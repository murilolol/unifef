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🎓 SISTEMAS DE INFORMAÇÃO • UNIFEF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[Prof. Marcelo Boer] Engenharia de Software 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3º Semestre | Guia de Revisão e Síntese de Conteúdo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1. VISÃO GERAL DA DISCIPLINA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A disciplina de Engenharia de Software I, ministrada pelo Prof. Marcelo Boer, aborda os fundamentos da engenharia de requisitos e modelagem orientada a objetos. Utilizando o aplicativo prático 'Desapega Já' como estudo de caso, os alunos aprendem a mapear requisitos funcionais e não-funcionais, modelar diagramas de classes e estruturar diagramas e descrições detalhadas de casos de uso com a ferramenta Astah UML.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2. CONCEITOS E MODELOS FUNDAMENTAIS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Levantamento de Requisitos (Funcionais e Não-Funcionais): Identificação das ações que o sistema deve realizar (ex: cadastrar produto, buscar por proximidade) e suas restrições de qualidade (ex: usabilidade, segurança).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Modelagem de Casos de Uso (UML): Representação dos atores (Anunciante e Cliente) e suas interações com o sistema, detalhando fluxos normais e alternativos de cenários como Login e Cadastro.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Diagrama de Classes: Definição da estrutura estática do sistema através de classes (Anuncio, Interessado, Compra), seus atributos e relacionamentos para mapear o domínio do software.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3. EXERCÍCIOS, PRÁTICA &amp; CÓDIGO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Estudo de Caso 'Desapega Já': Abstração e especificação de um aplicativo móvel real de economia colaborativa para conectar compradores e vendedores locais.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Documentação de Casos de Uso: Elaboração de quadros descritivos detalhando Pré-requisitos, Fluxo Normal e Fluxo Alternativo para operações essenciais (Logar, Cadastrar, Alterar, Excluir).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Modelagem Prática no Astah UML: Criação visual de Diagramas de Classes e Diagramas de Casos de Uso utilizando licença acadêmica da ferramenta Astah.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4. DICAS DE PROVA E REVISÃO RÁPIDA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Atenção aos Fluxos Alternativos: Na descrição de Casos de Uso (como o de Login), lembre-se de mapear cenários de erro (ex: usuário não cadastrado ou campos vazios) e para onde o sistema deve retornar.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Diferenciação de Atores e Classes: Compreenda bem os papéis dos atores primários (Pessoa Anunciante e Pessoa Cliente) e como eles se relacionam com as classes de dados (Anunciante, Interessado, Anuncio).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Revisão pelos Formulários da AV1: Refaça as questões de revisão disponibilizadas pelo Prof. Marcelo Boer nos links do Google Forms para fixar os conceitos teóricos de processos de software.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Sistemas de Informação - UniFEF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[Prof. Marcelo Boer] Engenharia de Software I</dc:subject>
  <dc:creator>Murilo Rocha Silva</dc:creator>
  <cp:lastModifiedBy>Murilo Rocha Silva</cp:lastModifiedBy>
  <cp:revision>1</cp:revision>
  <dcterms:created xsi:type="dcterms:W3CDTF">2026-09-03T00:12:47Z</dcterms:created>
  <dcterms:modified xsi:type="dcterms:W3CDTF">2026-09-03T00:12:47Z</dcterms:modified>
</cp:coreProperties>
</file>