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680960" cy="4023360"/>
          </a:xfrm>
          <a:prstGeom prst="roundRect">
            <a:avLst>
              <a:gd name="adj" fmla="val 2727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" y="914400"/>
            <a:ext cx="3474720" cy="320040"/>
          </a:xfrm>
          <a:prstGeom prst="roundRect">
            <a:avLst>
              <a:gd name="adj" fmla="val 2285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9144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🎓 SISTEMAS DE INFORMAÇÃO • UNIFEF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97280" y="146304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[Prof. Marcelo Boer] Engenharia de Software I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097280" y="2880360"/>
            <a:ext cx="694944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0632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</a:rPr>
              <a:t>📅 3º Semestre  |  📘 Guia Consolidado de Revisão &amp; Preparação para Provas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347472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Resumo executivo estruturado, conceitos arquiteturais, exercícios em código e simulados.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80060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Página 1 de 5 • Acervo Acadêmico UniFEF • [Prof. Marcelo Boer] Engenharia de Software I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🎓 UNIFEF • SISTEMAS DE INFORMAÇÃO | 3º SEMESTRE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66928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</a:rPr>
              <a:t>01. VISÃO GERAL &amp; OBJETIVOS DA DISCIPLINA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024128"/>
            <a:ext cx="768096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188720"/>
            <a:ext cx="4937760" cy="3474720"/>
          </a:xfrm>
          <a:prstGeom prst="roundRect">
            <a:avLst>
              <a:gd name="adj" fmla="val 2632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716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🎯 ESCOPO &amp; COMPETÊNCIAS CENTRAIS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783080"/>
            <a:ext cx="4389120" cy="2651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CBD5E1"/>
                </a:solidFill>
              </a:rPr>
              <a:t>Revisão da disciplina de Engenharia de Software I ministrada pelo Prof. Marcelo Boer. O conteúdo aborda a modelagem e especificação de sistemas focando no estudo de caso prático do aplicativo móvel 'Desapega Já', plataforma de economia colaborativa.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852160" y="1188720"/>
            <a:ext cx="2560320" cy="3474720"/>
          </a:xfrm>
          <a:prstGeom prst="roundRect">
            <a:avLst>
              <a:gd name="adj" fmla="val 3571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35040" y="13716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</a:rPr>
              <a:t>⚡ PILARES DO CURSO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35040" y="182880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✔ Fundamentação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35040" y="20574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Conceitos sólidos e padrões da computação.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035040" y="269748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✔ Prática de Código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35040" y="29260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Implementações reais testadas em laboratório.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035040" y="3566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✔ Foco Profissional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35040" y="379476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</a:rPr>
              <a:t>Requisitos alinhados ao mercado de TI.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31520" y="480060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Página 2 de 5 • Acervo Acadêmico UniFEF • [Prof. Marcelo Boer] Engenharia de Software I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🎓 UNIFEF • SISTEMAS DE INFORMAÇÃO | 3º SEMESTRE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66928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</a:rPr>
              <a:t>02. CONCEITOS &amp; MODELOS FUNDAMENTAIS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024128"/>
            <a:ext cx="768096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188720"/>
            <a:ext cx="2423160" cy="3474720"/>
          </a:xfrm>
          <a:prstGeom prst="roundRect">
            <a:avLst>
              <a:gd name="adj" fmla="val 3774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37160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18CF8"/>
                </a:solidFill>
              </a:rPr>
              <a:t>TÓPICO 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1737360"/>
            <a:ext cx="214884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E2E8F0"/>
                </a:solidFill>
              </a:rPr>
              <a:t>Requisitos Funcionais e Não-Funcionais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55848" y="1188720"/>
            <a:ext cx="2423160" cy="3474720"/>
          </a:xfrm>
          <a:prstGeom prst="roundRect">
            <a:avLst>
              <a:gd name="adj" fmla="val 3774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93008" y="137160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</a:rPr>
              <a:t>TÓPICO 02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493008" y="1737360"/>
            <a:ext cx="214884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E2E8F0"/>
                </a:solidFill>
              </a:rPr>
              <a:t>Diagramas de Casos de Uso (DCU) e Fluxos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80176" y="1188720"/>
            <a:ext cx="2423160" cy="3474720"/>
          </a:xfrm>
          <a:prstGeom prst="roundRect">
            <a:avLst>
              <a:gd name="adj" fmla="val 3774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17336" y="1371600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</a:rPr>
              <a:t>TÓPICO 03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17336" y="1737360"/>
            <a:ext cx="214884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E2E8F0"/>
                </a:solidFill>
              </a:rPr>
              <a:t>Modelagem de Classes e Processos de Software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80060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Página 3 de 5 • Acervo Acadêmico UniFEF • [Prof. Marcelo Boer] Engenharia de Software I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🎓 UNIFEF • SISTEMAS DE INFORMAÇÃO | 3º SEMESTRE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66928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</a:rPr>
              <a:t>03. LABORATÓRIOS, EXERCÍCIOS &amp; CÓDIGO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024128"/>
            <a:ext cx="768096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188720"/>
            <a:ext cx="3749040" cy="3474720"/>
          </a:xfrm>
          <a:prstGeom prst="roundRect">
            <a:avLst>
              <a:gd name="adj" fmla="val 2632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</a:rPr>
              <a:t>💻 ATIVIDADES &amp; ENTREGÁVEIS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783080"/>
            <a:ext cx="3291840" cy="2651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950" dirty="0">
                <a:solidFill>
                  <a:srgbClr val="E2E8F0"/>
                </a:solidFill>
              </a:rPr>
              <a:t>• Levantamento de requisitos do Aplicativo Desapega Já</a:t>
            </a:r>
            <a:endParaRPr lang="en-US" sz="950" dirty="0"/>
          </a:p>
          <a:p>
            <a:pPr indent="0" marL="0">
              <a:lnSpc>
                <a:spcPts val="1800"/>
              </a:lnSpc>
              <a:buNone/>
            </a:pPr>
            <a:endParaRPr lang="en-US" sz="9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950" dirty="0">
                <a:solidFill>
                  <a:srgbClr val="E2E8F0"/>
                </a:solidFill>
              </a:rPr>
              <a:t>• Desenvolvimento de Casos de Uso (Logar, Cadastrar, Listar, Alterar e Excluir)</a:t>
            </a:r>
            <a:endParaRPr lang="en-US" sz="950" dirty="0"/>
          </a:p>
          <a:p>
            <a:pPr indent="0" marL="0">
              <a:lnSpc>
                <a:spcPts val="1800"/>
              </a:lnSpc>
              <a:buNone/>
            </a:pPr>
            <a:endParaRPr lang="en-US" sz="9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950" dirty="0">
                <a:solidFill>
                  <a:srgbClr val="E2E8F0"/>
                </a:solidFill>
              </a:rPr>
              <a:t>• Elaboração de diagramas e documentação para entregas AV1 e AV2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3749040" cy="3474720"/>
          </a:xfrm>
          <a:prstGeom prst="roundRect">
            <a:avLst>
              <a:gd name="adj" fmla="val 2632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🛠️ DIRETRIZES TÉCNICAS &amp; AMBIENTE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1783080"/>
            <a:ext cx="3291840" cy="2651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BD5E1"/>
                </a:solidFill>
              </a:rPr>
              <a:t>• Código limpo, modular e devidamente documentado.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BD5E1"/>
                </a:solidFill>
              </a:rPr>
              <a:t>• Validação dos requisitos funcionais e testes de execução.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BD5E1"/>
                </a:solidFill>
              </a:rPr>
              <a:t>• Observância de boas práticas arquiteturais e convenções.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BD5E1"/>
                </a:solidFill>
              </a:rPr>
              <a:t>• Resoluções salvas em formato executável (.sql, .c, .java, etc.).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80060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Página 4 de 5 • Acervo Acadêmico UniFEF • [Prof. Marcelo Boer] Engenharia de Software I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</a:rPr>
              <a:t>🎓 UNIFEF • SISTEMAS DE INFORMAÇÃO | 3º SEMESTRE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66928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</a:rPr>
              <a:t>04. DICAS ESTRATÉGICAS PARA AVALIAÇÕES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1024128"/>
            <a:ext cx="768096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188720"/>
            <a:ext cx="7680960" cy="1371600"/>
          </a:xfrm>
          <a:prstGeom prst="roundRect">
            <a:avLst>
              <a:gd name="adj" fmla="val 6667"/>
            </a:avLst>
          </a:prstGeom>
          <a:solidFill>
            <a:srgbClr val="181E2E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325880"/>
            <a:ext cx="7223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</a:rPr>
              <a:t>⚡ PONTOS DE ATENÇÃO MÁXIMA &amp; PEGADINHAS FREQUENTES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691640"/>
            <a:ext cx="7223760" cy="731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EF3C7"/>
                </a:solidFill>
              </a:rPr>
              <a:t>👉 Atenção aos detalhes dos fluxos normal e alternativo nos quadros de Casos de Uso.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31520" y="2743200"/>
            <a:ext cx="3749040" cy="1920240"/>
          </a:xfrm>
          <a:prstGeom prst="roundRect">
            <a:avLst>
              <a:gd name="adj" fmla="val 4762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880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</a:rPr>
              <a:t>📋 ESTRATÉGIA DE ESTUDO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60120" y="32461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E8F0"/>
                </a:solidFill>
              </a:rPr>
              <a:t>• Compreenda bem a diferença entre Atores Primários (Anunciante e Cliente) e as Classes do sistema.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743200"/>
            <a:ext cx="3749040" cy="1920240"/>
          </a:xfrm>
          <a:prstGeom prst="roundRect">
            <a:avLst>
              <a:gd name="adj" fmla="val 4762"/>
            </a:avLst>
          </a:prstGeom>
          <a:solidFill>
            <a:srgbClr val="121B2A"/>
          </a:solidFill>
          <a:ln w="12700">
            <a:solidFill>
              <a:srgbClr val="2333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2880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</a:rPr>
              <a:t>🗂️ RETENÇÃO RÁPIDA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92040" y="324612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E8F0"/>
                </a:solidFill>
              </a:rPr>
              <a:t>• Revise os formulários de questões disponibilizados para a preparação da avaliação.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80060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Página 5 de 5 • Acervo Acadêmico UniFEF • [Prof. Marcelo Boer] Engenharia de Software I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UniFEF • Sistemas de Informação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[Prof. Marcelo Boer] Engenharia de Software I</dc:subject>
  <dc:creator>Murilo Rocha Silva</dc:creator>
  <cp:lastModifiedBy>Murilo Rocha Silva</cp:lastModifiedBy>
  <cp:revision>1</cp:revision>
  <dcterms:created xsi:type="dcterms:W3CDTF">2026-09-03T23:28:19Z</dcterms:created>
  <dcterms:modified xsi:type="dcterms:W3CDTF">2026-09-03T23:28:19Z</dcterms:modified>
</cp:coreProperties>
</file>