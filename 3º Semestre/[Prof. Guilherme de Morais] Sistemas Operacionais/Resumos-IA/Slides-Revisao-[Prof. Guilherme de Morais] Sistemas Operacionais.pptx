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2727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🎓 SISTEMAS DE INFORMAÇÃO • UNIFEF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[Prof. Guilherme de Morais] Sistemas Operacionais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📅 3º Semestre  |  📘 Guia Consolidado de Revisão &amp; Preparação para Provas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Resumo executivo estruturado, conceitos arquiteturais, exercícios em código e simulados.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1 de 5 • Acervo Acadêmico UniFEF • [Prof. Guilherme de Morais] Sistemas Operacionais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01. VISÃO GERAL &amp; OBJETIVOS DA DISCIPLINA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🎯 ESCOPO &amp; COMPETÊNCIAS CENTRAIS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Revisão dos conceitos fundamentais de Sistemas Operacionais ministrados pelo Prof. Guilherme de Morais, cobrindo o gerenciamento avançado de processos, estados, blocos de controle (PCB), chaveamento de contexto e os fundamentos práticos de virtualização e hipervisores.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PILARES DO CURSO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Fundamentação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Conceitos sólidos e padrões da computação.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Prática de 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Implementações reais testadas em laboratório.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Foco Profissional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Requisitos alinhados ao mercado de TI.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2 de 5 • Acervo Acadêmico UniFEF • [Prof. Guilherme de Morais] Sistemas Operacionais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02. CONCEITOS &amp; MODELOS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TÓPICO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Gerenciamento de Processos e Transições de Estado (Pronto, Execução, Bloqueado)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TÓPICO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Bloco de Controle de Processo (PCB), PID e Contexto de Execução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TÓPICO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Mecanismos de Interrupção (Síncronas e Assíncronas) e Chaveamento de Contexto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3 de 5 • Acervo Acadêmico UniFEF • [Prof. Guilherme de Morais] Sistemas Operacionais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03. LABORATÓRIOS, EXERCÍCIOS &amp; CÓDIGO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💻 ATIVIDADES &amp; ENTREGÁVEIS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Uso de temporizadores de intervalo (Quantum) para evitar a monopolização do processador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Provisionamento e automação de ambientes virtualizados utilizando Vagrant e VirtualBox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Monitoramento de processos e recursos de hipervisores em ambientes Linux através de scripts shell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🛠️ DIRETRIZES TÉCNICAS &amp; AMBIENTE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Código limpo, modular e devidamente documentado.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Validação dos requisitos funcionais e testes de execução.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Observância de boas práticas arquiteturais e convenções.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Resoluções salvas em formato executável (.sql, .c, .java, etc.).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4 de 5 • Acervo Acadêmico UniFEF • [Prof. Guilherme de Morais] Sistemas Operacionais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04. DICAS ESTRATÉGICAS PARA AVALIAÇÕES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181E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PONTOS DE ATENÇÃO MÁXIMA &amp; PEGADINHAS FREQUENTES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EF3C7"/>
                </a:solidFill>
              </a:rPr>
              <a:t>👉 Entenda perfeitamente a diferença entre os estados dos processos e qual entidade dispara cada transição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📋 ESTRATÉGIA DE ESTUDO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Saiba explicar a utilidade e os componentes armazenados dentro de um Bloco de Controle de Processo (PCB)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🗂️ RETENÇÃO RÁPIDA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Diferencie claramente Hipervisores Tipo 1 (Bare-Metal) e Tipo 2 (Hosted) e suas aplicações práticas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5 de 5 • Acervo Acadêmico UniFEF • [Prof. Guilherme de Morais] Sistemas Operacionais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UniFEF • Sistemas de Informação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Guilherme de Morais] Sistemas Operacionais</dc:subject>
  <dc:creator>Murilo Rocha Silva</dc:creator>
  <cp:lastModifiedBy>Murilo Rocha Silva</cp:lastModifiedBy>
  <cp:revision>1</cp:revision>
  <dcterms:created xsi:type="dcterms:W3CDTF">2026-09-03T23:28:18Z</dcterms:created>
  <dcterms:modified xsi:type="dcterms:W3CDTF">2026-09-03T23:28:18Z</dcterms:modified>
</cp:coreProperties>
</file>