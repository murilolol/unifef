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2DD4B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818CF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777240"/>
            <a:ext cx="4160520" cy="457200"/>
          </a:xfrm>
          <a:prstGeom prst="roundRect">
            <a:avLst>
              <a:gd name="adj" fmla="val 50000"/>
            </a:avLst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🎓 SISTEMAS DE INFORMAÇÃO · UNIFEF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2103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1F5F9"/>
                </a:solidFill>
                <a:latin typeface="Segoe UI"/>
              </a:rPr>
              <a:t>Sistemas Operacionais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502920" cy="41148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4A3B8"/>
                </a:solidFill>
                <a:latin typeface="Segoe UI"/>
              </a:rPr>
              <a:t>3º Semestre · Guia de Revisão e Síntese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B6B85"/>
                </a:solidFill>
                <a:latin typeface="Segoe UI"/>
              </a:rPr>
              <a:t>Docente responsável: Prof. Guilherme de Morais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Sistemas Operacionais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01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VISÃO GERAL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4663440"/>
          </a:xfrm>
          <a:prstGeom prst="roundRect">
            <a:avLst>
              <a:gd name="adj" fmla="val 45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65960"/>
            <a:ext cx="9814255" cy="3566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1F5F9"/>
                </a:solidFill>
                <a:latin typeface="Segoe UI"/>
              </a:rPr>
              <a:t>Revisão da disciplina de Sistemas Operacionais ministrada pelo Prof. Guilherme de Morais, focada no gerenciamento de processos, estados de execução, blocos de controle (PCB) e mecanismos de interrupção. O material aborda como o sistema operacional intercala tarefas de forma segura utilizando o escalonamento, temporizadores e chaveamento de contexto.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Sistemas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02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CONCEITOS FUNDAMENTAIS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24725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812349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234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9912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Estados do Processo: Pronto, Execução e Bloqueado, gerenciados por transições controladas pelo sistema operacional.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10883"/>
            <a:ext cx="10911535" cy="154009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352331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5233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8899"/>
            <a:ext cx="9585655" cy="12840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Bloco de Controle de Processo (PCB): Estrutura de dados contendo PID, contador de programa, registradores e ponteiros de hierarquia pai/filho.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97282"/>
            <a:ext cx="10911535" cy="1583477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060421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06042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25298"/>
            <a:ext cx="9585655" cy="13274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Mecanismo de Interrupções: Síncronas (ações ilegais/falhas) e Assíncronas (dispositivos de hardware), essenciais para evitar a sondagem (polling).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Sistemas Operacionais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03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EXERCÍCIOS &amp; PRÁTICA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546065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96175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17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290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Utilização de Quantum e relógio de interrupção em hardware para evitar a monopolização do processador por processos em laço infinito.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9689"/>
            <a:ext cx="10911535" cy="132519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543689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54368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37705"/>
            <a:ext cx="9585655" cy="106916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Execução de Chaveamento de Contexto salvando o estado atual no PCB do processo em execução e carregando o próximo.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81192"/>
            <a:ext cx="10911535" cy="1499567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0237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023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09208"/>
            <a:ext cx="9585655" cy="12435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Gerenciamento de operações de E/S, onde processos bloqueiam a si mesmos voluntariamente até que o evento esperado seja concluído.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Sistemas Operacionais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04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DICAS DE PROVA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388862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883151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15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13283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Dica 1: A única transição de estado iniciada pelo próprio processo de usuário é o bloqueio (por E/S); as demais são controladas pelo 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52486"/>
            <a:ext cx="10911535" cy="1245891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34683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4683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080502"/>
            <a:ext cx="9585655" cy="9898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Dica 2: Diferencie claramente PID (identificador único) de PCB (descritor completo com contexto de execução e prioridade).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4681"/>
            <a:ext cx="10911535" cy="1736078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4984120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9841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72697"/>
            <a:ext cx="9585655" cy="14800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Dica 3: Lembre-se que interrupções assíncronas vêm do hardware externo (como mouse e teclado), enquanto interrupções síncronas decorrem de instruções do próprio processo.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Sistemas Operacionais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