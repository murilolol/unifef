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🎓 SISTEMAS DE INFORMAÇÃO • UNIFEF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[Prof. Guilherme de Morais] Sistemas Operacionais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3º Semestre | Guia de Revisão e Síntese de Conteúdo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1. VISÃO GERAL DA DISCIPLINA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8FAFC"/>
                </a:solidFill>
              </a:rPr>
              <a:t>Revisão da disciplina de Sistemas Operacionais ministrada pelo Prof. Guilherme de Morais, focada no gerenciamento de processos, estados de execução, blocos de controle (PCB) e mecanismos de interrupção. O material aborda como o sistema operacional intercala tarefas de forma segura utilizando o escalonamento, temporizadores e chaveamento de contexto.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2. CONCEITOS E MODELOS FUNDAMENTAIS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Estados do Processo: Pronto, Execução e Bloqueado, gerenciados por transições controladas pelo sistema operacional.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Bloco de Controle de Processo (PCB): Estrutura de dados contendo PID, contador de programa, registradores e ponteiros de hierarquia pai/filho.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Mecanismo de Interrupções: Síncronas (ações ilegais/falhas) e Assíncronas (dispositivos de hardware), essenciais para evitar a sondagem (polling).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</a:rPr>
              <a:t>3. EXERCÍCIOS, PRÁTICA &amp; CÓDIGO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Utilização de Quantum e relógio de interrupção em hardware para evitar a monopolização do processador por processos em laço infinito.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Execução de Chaveamento de Contexto salvando o estado atual no PCB do processo em execução e carregando o próximo.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Gerenciamento de operações de E/S, onde processos bloqueiam a si mesmos voluntariamente até que o evento esperado seja concluído.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4. DICAS DE PROVA E REVISÃO RÁPIDA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Dica 1: A única transição de estado iniciada pelo próprio processo de usuário é o bloqueio (por E/S); as demais são controladas pelo SO.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Dica 2: Diferencie claramente PID (identificador único) de PCB (descritor completo com contexto de execução e prioridade).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8F0"/>
                </a:solidFill>
              </a:rPr>
              <a:t>• Dica 3: Lembre-se que interrupções assíncronas vêm do hardware externo (como mouse e teclado), enquanto interrupções síncronas decorrem de instruções do próprio processo.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Sistemas de Informação - UniFEF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Guilherme de Morais] Sistemas Operacionais</dc:subject>
  <dc:creator>Murilo Rocha Silva</dc:creator>
  <cp:lastModifiedBy>Murilo Rocha Silva</cp:lastModifiedBy>
  <cp:revision>1</cp:revision>
  <dcterms:created xsi:type="dcterms:W3CDTF">2026-09-03T00:12:46Z</dcterms:created>
  <dcterms:modified xsi:type="dcterms:W3CDTF">2026-09-03T00:12:46Z</dcterms:modified>
</cp:coreProperties>
</file>