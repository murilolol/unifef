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pt-BR"/>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ítulo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pt-BR" smtClean="0"/>
              <a:t>Clique para editar o estilo do título mestre</a:t>
            </a:r>
            <a:endParaRPr lang="en-US"/>
          </a:p>
        </p:txBody>
      </p:sp>
      <p:sp>
        <p:nvSpPr>
          <p:cNvPr id="17" name="Subtítulo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pt-BR" smtClean="0"/>
              <a:t>Clique para editar o estilo do subtítulo mestre</a:t>
            </a:r>
            <a:endParaRPr lang="en-US"/>
          </a:p>
        </p:txBody>
      </p:sp>
      <p:sp>
        <p:nvSpPr>
          <p:cNvPr id="4" name="Espaço Reservado para Data 29"/>
          <p:cNvSpPr>
            <a:spLocks noGrp="1"/>
          </p:cNvSpPr>
          <p:nvPr>
            <p:ph type="dt" sz="half" idx="10"/>
          </p:nvPr>
        </p:nvSpPr>
        <p:spPr/>
        <p:txBody>
          <a:bodyPr/>
          <a:lstStyle>
            <a:lvl1pPr>
              <a:defRPr/>
            </a:lvl1pPr>
          </a:lstStyle>
          <a:p>
            <a:pPr>
              <a:defRPr/>
            </a:pPr>
            <a:fld id="{F4704173-89BC-4543-A87B-5FA2A0C4A8E2}" type="datetimeFigureOut">
              <a:rPr lang="pt-BR"/>
              <a:pPr>
                <a:defRPr/>
              </a:pPr>
              <a:t>24/03/2022</a:t>
            </a:fld>
            <a:endParaRPr lang="pt-BR"/>
          </a:p>
        </p:txBody>
      </p:sp>
      <p:sp>
        <p:nvSpPr>
          <p:cNvPr id="5" name="Espaço Reservado para Rodapé 18"/>
          <p:cNvSpPr>
            <a:spLocks noGrp="1"/>
          </p:cNvSpPr>
          <p:nvPr>
            <p:ph type="ftr" sz="quarter" idx="11"/>
          </p:nvPr>
        </p:nvSpPr>
        <p:spPr/>
        <p:txBody>
          <a:bodyPr/>
          <a:lstStyle>
            <a:lvl1pPr>
              <a:defRPr/>
            </a:lvl1pPr>
          </a:lstStyle>
          <a:p>
            <a:pPr>
              <a:defRPr/>
            </a:pPr>
            <a:endParaRPr lang="pt-BR"/>
          </a:p>
        </p:txBody>
      </p:sp>
      <p:sp>
        <p:nvSpPr>
          <p:cNvPr id="6" name="Espaço Reservado para Número de Slide 26"/>
          <p:cNvSpPr>
            <a:spLocks noGrp="1"/>
          </p:cNvSpPr>
          <p:nvPr>
            <p:ph type="sldNum" sz="quarter" idx="12"/>
          </p:nvPr>
        </p:nvSpPr>
        <p:spPr/>
        <p:txBody>
          <a:bodyPr/>
          <a:lstStyle>
            <a:lvl1pPr>
              <a:defRPr>
                <a:solidFill>
                  <a:srgbClr val="D1EAEE"/>
                </a:solidFill>
              </a:defRPr>
            </a:lvl1pPr>
          </a:lstStyle>
          <a:p>
            <a:fld id="{E57BA1C9-BE34-478C-A965-BB9E56FC9395}" type="slidenum">
              <a:rPr lang="pt-BR" altLang="pt-BR"/>
              <a:pPr/>
              <a:t>‹nº›</a:t>
            </a:fld>
            <a:endParaRPr lang="pt-BR" altLang="pt-BR"/>
          </a:p>
        </p:txBody>
      </p:sp>
    </p:spTree>
    <p:extLst>
      <p:ext uri="{BB962C8B-B14F-4D97-AF65-F5344CB8AC3E}">
        <p14:creationId xmlns:p14="http://schemas.microsoft.com/office/powerpoint/2010/main" val="404097060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9"/>
          <p:cNvSpPr>
            <a:spLocks noGrp="1"/>
          </p:cNvSpPr>
          <p:nvPr>
            <p:ph type="dt" sz="half" idx="10"/>
          </p:nvPr>
        </p:nvSpPr>
        <p:spPr/>
        <p:txBody>
          <a:bodyPr/>
          <a:lstStyle>
            <a:lvl1pPr>
              <a:defRPr/>
            </a:lvl1pPr>
          </a:lstStyle>
          <a:p>
            <a:pPr>
              <a:defRPr/>
            </a:pPr>
            <a:fld id="{0C90D85C-73A8-4D02-A035-E6139AEBA1C9}" type="datetimeFigureOut">
              <a:rPr lang="pt-BR"/>
              <a:pPr>
                <a:defRPr/>
              </a:pPr>
              <a:t>24/03/2022</a:t>
            </a:fld>
            <a:endParaRPr lang="pt-BR"/>
          </a:p>
        </p:txBody>
      </p:sp>
      <p:sp>
        <p:nvSpPr>
          <p:cNvPr id="5" name="Espaço Reservado para Rodapé 21"/>
          <p:cNvSpPr>
            <a:spLocks noGrp="1"/>
          </p:cNvSpPr>
          <p:nvPr>
            <p:ph type="ftr" sz="quarter" idx="11"/>
          </p:nvPr>
        </p:nvSpPr>
        <p:spPr/>
        <p:txBody>
          <a:bodyPr/>
          <a:lstStyle>
            <a:lvl1pPr>
              <a:defRPr/>
            </a:lvl1pPr>
          </a:lstStyle>
          <a:p>
            <a:pPr>
              <a:defRPr/>
            </a:pPr>
            <a:endParaRPr lang="pt-BR"/>
          </a:p>
        </p:txBody>
      </p:sp>
      <p:sp>
        <p:nvSpPr>
          <p:cNvPr id="6" name="Espaço Reservado para Número de Slide 17"/>
          <p:cNvSpPr>
            <a:spLocks noGrp="1"/>
          </p:cNvSpPr>
          <p:nvPr>
            <p:ph type="sldNum" sz="quarter" idx="12"/>
          </p:nvPr>
        </p:nvSpPr>
        <p:spPr/>
        <p:txBody>
          <a:bodyPr/>
          <a:lstStyle>
            <a:lvl1pPr>
              <a:defRPr/>
            </a:lvl1pPr>
          </a:lstStyle>
          <a:p>
            <a:fld id="{7E40B869-9582-4D27-981B-FAA9C276B016}" type="slidenum">
              <a:rPr lang="pt-BR" altLang="pt-BR"/>
              <a:pPr/>
              <a:t>‹nº›</a:t>
            </a:fld>
            <a:endParaRPr lang="pt-BR" altLang="pt-BR"/>
          </a:p>
        </p:txBody>
      </p:sp>
    </p:spTree>
    <p:extLst>
      <p:ext uri="{BB962C8B-B14F-4D97-AF65-F5344CB8AC3E}">
        <p14:creationId xmlns:p14="http://schemas.microsoft.com/office/powerpoint/2010/main" val="3411165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lvl1pPr>
              <a:defRPr/>
            </a:lvl1pPr>
          </a:lstStyle>
          <a:p>
            <a:pPr>
              <a:defRPr/>
            </a:pPr>
            <a:fld id="{0FDA0346-884B-4F58-B363-8044C6D1EF7D}" type="datetimeFigureOut">
              <a:rPr lang="pt-BR"/>
              <a:pPr>
                <a:defRPr/>
              </a:pPr>
              <a:t>24/03/2022</a:t>
            </a:fld>
            <a:endParaRPr lang="pt-BR"/>
          </a:p>
        </p:txBody>
      </p:sp>
      <p:sp>
        <p:nvSpPr>
          <p:cNvPr id="5" name="Espaço Reservado para Rodapé 4"/>
          <p:cNvSpPr>
            <a:spLocks noGrp="1"/>
          </p:cNvSpPr>
          <p:nvPr>
            <p:ph type="ftr" sz="quarter" idx="11"/>
          </p:nvPr>
        </p:nvSpPr>
        <p:spPr/>
        <p:txBody>
          <a:bodyPr/>
          <a:lstStyle>
            <a:lvl1pPr>
              <a:defRPr/>
            </a:lvl1pPr>
          </a:lstStyle>
          <a:p>
            <a:pPr>
              <a:defRPr/>
            </a:pPr>
            <a:endParaRPr lang="pt-BR"/>
          </a:p>
        </p:txBody>
      </p:sp>
      <p:sp>
        <p:nvSpPr>
          <p:cNvPr id="6" name="Espaço Reservado para Número de Slide 5"/>
          <p:cNvSpPr>
            <a:spLocks noGrp="1"/>
          </p:cNvSpPr>
          <p:nvPr>
            <p:ph type="sldNum" sz="quarter" idx="12"/>
          </p:nvPr>
        </p:nvSpPr>
        <p:spPr/>
        <p:txBody>
          <a:bodyPr/>
          <a:lstStyle>
            <a:lvl1pPr>
              <a:defRPr>
                <a:solidFill>
                  <a:srgbClr val="D1EAEE"/>
                </a:solidFill>
              </a:defRPr>
            </a:lvl1pPr>
          </a:lstStyle>
          <a:p>
            <a:fld id="{1BEE75B9-DE53-4033-B13A-21710464A7E1}" type="slidenum">
              <a:rPr lang="pt-BR" altLang="pt-BR"/>
              <a:pPr/>
              <a:t>‹nº›</a:t>
            </a:fld>
            <a:endParaRPr lang="pt-BR" altLang="pt-BR"/>
          </a:p>
        </p:txBody>
      </p:sp>
    </p:spTree>
    <p:extLst>
      <p:ext uri="{BB962C8B-B14F-4D97-AF65-F5344CB8AC3E}">
        <p14:creationId xmlns:p14="http://schemas.microsoft.com/office/powerpoint/2010/main" val="34406979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229600" cy="1143000"/>
          </a:xfrm>
        </p:spPr>
        <p:txBody>
          <a:bodyPr/>
          <a:lstStyle/>
          <a:p>
            <a:r>
              <a:rPr lang="pt-BR" smtClean="0"/>
              <a:t>Clique para editar o estilo do título mestre</a:t>
            </a:r>
            <a:endParaRPr lang="en-US"/>
          </a:p>
        </p:txBody>
      </p:sp>
      <p:sp>
        <p:nvSpPr>
          <p:cNvPr id="3" name="Espaço Reservado para Conteúdo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Conteúdo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Data 9"/>
          <p:cNvSpPr>
            <a:spLocks noGrp="1"/>
          </p:cNvSpPr>
          <p:nvPr>
            <p:ph type="dt" sz="half" idx="10"/>
          </p:nvPr>
        </p:nvSpPr>
        <p:spPr/>
        <p:txBody>
          <a:bodyPr/>
          <a:lstStyle>
            <a:lvl1pPr>
              <a:defRPr/>
            </a:lvl1pPr>
          </a:lstStyle>
          <a:p>
            <a:pPr>
              <a:defRPr/>
            </a:pPr>
            <a:fld id="{CDB9DF68-8DFB-494D-8C04-C7297845B42D}" type="datetimeFigureOut">
              <a:rPr lang="pt-BR"/>
              <a:pPr>
                <a:defRPr/>
              </a:pPr>
              <a:t>24/03/2022</a:t>
            </a:fld>
            <a:endParaRPr lang="pt-BR"/>
          </a:p>
        </p:txBody>
      </p:sp>
      <p:sp>
        <p:nvSpPr>
          <p:cNvPr id="6" name="Espaço Reservado para Rodapé 21"/>
          <p:cNvSpPr>
            <a:spLocks noGrp="1"/>
          </p:cNvSpPr>
          <p:nvPr>
            <p:ph type="ftr" sz="quarter" idx="11"/>
          </p:nvPr>
        </p:nvSpPr>
        <p:spPr/>
        <p:txBody>
          <a:bodyPr/>
          <a:lstStyle>
            <a:lvl1pPr>
              <a:defRPr/>
            </a:lvl1pPr>
          </a:lstStyle>
          <a:p>
            <a:pPr>
              <a:defRPr/>
            </a:pPr>
            <a:endParaRPr lang="pt-BR"/>
          </a:p>
        </p:txBody>
      </p:sp>
      <p:sp>
        <p:nvSpPr>
          <p:cNvPr id="7" name="Espaço Reservado para Número de Slide 17"/>
          <p:cNvSpPr>
            <a:spLocks noGrp="1"/>
          </p:cNvSpPr>
          <p:nvPr>
            <p:ph type="sldNum" sz="quarter" idx="12"/>
          </p:nvPr>
        </p:nvSpPr>
        <p:spPr/>
        <p:txBody>
          <a:bodyPr/>
          <a:lstStyle>
            <a:lvl1pPr>
              <a:defRPr/>
            </a:lvl1pPr>
          </a:lstStyle>
          <a:p>
            <a:fld id="{E71BD75C-627E-43E8-983A-3CD570FDB5B8}" type="slidenum">
              <a:rPr lang="pt-BR" altLang="pt-BR"/>
              <a:pPr/>
              <a:t>‹nº›</a:t>
            </a:fld>
            <a:endParaRPr lang="pt-BR" altLang="pt-BR"/>
          </a:p>
        </p:txBody>
      </p:sp>
    </p:spTree>
    <p:extLst>
      <p:ext uri="{BB962C8B-B14F-4D97-AF65-F5344CB8AC3E}">
        <p14:creationId xmlns:p14="http://schemas.microsoft.com/office/powerpoint/2010/main" val="391371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229600" cy="1143000"/>
          </a:xfrm>
        </p:spPr>
        <p:txBody>
          <a:bodyPr/>
          <a:lstStyle>
            <a:lvl1pPr>
              <a:defRPr/>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pt-BR" smtClean="0"/>
              <a:t>Clique para editar os estilos do texto mestre</a:t>
            </a:r>
          </a:p>
        </p:txBody>
      </p:sp>
      <p:sp>
        <p:nvSpPr>
          <p:cNvPr id="4" name="Espaço Reservado para Texto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pt-BR" smtClean="0"/>
              <a:t>Clique para editar os estilos do texto mestre</a:t>
            </a:r>
          </a:p>
        </p:txBody>
      </p:sp>
      <p:sp>
        <p:nvSpPr>
          <p:cNvPr id="5" name="Espaço Reservado para Conteúdo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6" name="Espaço Reservado para Conteúdo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7" name="Espaço Reservado para Data 9"/>
          <p:cNvSpPr>
            <a:spLocks noGrp="1"/>
          </p:cNvSpPr>
          <p:nvPr>
            <p:ph type="dt" sz="half" idx="10"/>
          </p:nvPr>
        </p:nvSpPr>
        <p:spPr/>
        <p:txBody>
          <a:bodyPr/>
          <a:lstStyle>
            <a:lvl1pPr>
              <a:defRPr/>
            </a:lvl1pPr>
          </a:lstStyle>
          <a:p>
            <a:pPr>
              <a:defRPr/>
            </a:pPr>
            <a:fld id="{38DE3DD4-F813-4713-B7C1-FFB2C6FA3BBB}" type="datetimeFigureOut">
              <a:rPr lang="pt-BR"/>
              <a:pPr>
                <a:defRPr/>
              </a:pPr>
              <a:t>24/03/2022</a:t>
            </a:fld>
            <a:endParaRPr lang="pt-BR"/>
          </a:p>
        </p:txBody>
      </p:sp>
      <p:sp>
        <p:nvSpPr>
          <p:cNvPr id="8" name="Espaço Reservado para Rodapé 21"/>
          <p:cNvSpPr>
            <a:spLocks noGrp="1"/>
          </p:cNvSpPr>
          <p:nvPr>
            <p:ph type="ftr" sz="quarter" idx="11"/>
          </p:nvPr>
        </p:nvSpPr>
        <p:spPr/>
        <p:txBody>
          <a:bodyPr/>
          <a:lstStyle>
            <a:lvl1pPr>
              <a:defRPr/>
            </a:lvl1pPr>
          </a:lstStyle>
          <a:p>
            <a:pPr>
              <a:defRPr/>
            </a:pPr>
            <a:endParaRPr lang="pt-BR"/>
          </a:p>
        </p:txBody>
      </p:sp>
      <p:sp>
        <p:nvSpPr>
          <p:cNvPr id="9" name="Espaço Reservado para Número de Slide 17"/>
          <p:cNvSpPr>
            <a:spLocks noGrp="1"/>
          </p:cNvSpPr>
          <p:nvPr>
            <p:ph type="sldNum" sz="quarter" idx="12"/>
          </p:nvPr>
        </p:nvSpPr>
        <p:spPr/>
        <p:txBody>
          <a:bodyPr/>
          <a:lstStyle>
            <a:lvl1pPr>
              <a:defRPr/>
            </a:lvl1pPr>
          </a:lstStyle>
          <a:p>
            <a:fld id="{3CA8BF2B-4A62-4035-8BBC-8609C67E9C0B}" type="slidenum">
              <a:rPr lang="pt-BR" altLang="pt-BR"/>
              <a:pPr/>
              <a:t>‹nº›</a:t>
            </a:fld>
            <a:endParaRPr lang="pt-BR" altLang="pt-BR"/>
          </a:p>
        </p:txBody>
      </p:sp>
    </p:spTree>
    <p:extLst>
      <p:ext uri="{BB962C8B-B14F-4D97-AF65-F5344CB8AC3E}">
        <p14:creationId xmlns:p14="http://schemas.microsoft.com/office/powerpoint/2010/main" val="3847095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pt-BR" smtClean="0"/>
              <a:t>Clique para editar o estilo do título mestre</a:t>
            </a:r>
            <a:endParaRPr lang="en-US"/>
          </a:p>
        </p:txBody>
      </p:sp>
      <p:sp>
        <p:nvSpPr>
          <p:cNvPr id="3" name="Espaço Reservado para Data 9"/>
          <p:cNvSpPr>
            <a:spLocks noGrp="1"/>
          </p:cNvSpPr>
          <p:nvPr>
            <p:ph type="dt" sz="half" idx="10"/>
          </p:nvPr>
        </p:nvSpPr>
        <p:spPr/>
        <p:txBody>
          <a:bodyPr/>
          <a:lstStyle>
            <a:lvl1pPr>
              <a:defRPr/>
            </a:lvl1pPr>
          </a:lstStyle>
          <a:p>
            <a:pPr>
              <a:defRPr/>
            </a:pPr>
            <a:fld id="{5ACE50AF-6041-4A2C-B2E9-FC53BD65A137}" type="datetimeFigureOut">
              <a:rPr lang="pt-BR"/>
              <a:pPr>
                <a:defRPr/>
              </a:pPr>
              <a:t>24/03/2022</a:t>
            </a:fld>
            <a:endParaRPr lang="pt-BR"/>
          </a:p>
        </p:txBody>
      </p:sp>
      <p:sp>
        <p:nvSpPr>
          <p:cNvPr id="4" name="Espaço Reservado para Rodapé 21"/>
          <p:cNvSpPr>
            <a:spLocks noGrp="1"/>
          </p:cNvSpPr>
          <p:nvPr>
            <p:ph type="ftr" sz="quarter" idx="11"/>
          </p:nvPr>
        </p:nvSpPr>
        <p:spPr/>
        <p:txBody>
          <a:bodyPr/>
          <a:lstStyle>
            <a:lvl1pPr>
              <a:defRPr/>
            </a:lvl1pPr>
          </a:lstStyle>
          <a:p>
            <a:pPr>
              <a:defRPr/>
            </a:pPr>
            <a:endParaRPr lang="pt-BR"/>
          </a:p>
        </p:txBody>
      </p:sp>
      <p:sp>
        <p:nvSpPr>
          <p:cNvPr id="5" name="Espaço Reservado para Número de Slide 17"/>
          <p:cNvSpPr>
            <a:spLocks noGrp="1"/>
          </p:cNvSpPr>
          <p:nvPr>
            <p:ph type="sldNum" sz="quarter" idx="12"/>
          </p:nvPr>
        </p:nvSpPr>
        <p:spPr/>
        <p:txBody>
          <a:bodyPr/>
          <a:lstStyle>
            <a:lvl1pPr>
              <a:defRPr/>
            </a:lvl1pPr>
          </a:lstStyle>
          <a:p>
            <a:fld id="{C3500673-B39C-45BD-9E4D-0F594DC71ADE}" type="slidenum">
              <a:rPr lang="pt-BR" altLang="pt-BR"/>
              <a:pPr/>
              <a:t>‹nº›</a:t>
            </a:fld>
            <a:endParaRPr lang="pt-BR" altLang="pt-BR"/>
          </a:p>
        </p:txBody>
      </p:sp>
    </p:spTree>
    <p:extLst>
      <p:ext uri="{BB962C8B-B14F-4D97-AF65-F5344CB8AC3E}">
        <p14:creationId xmlns:p14="http://schemas.microsoft.com/office/powerpoint/2010/main" val="587550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9"/>
          <p:cNvSpPr>
            <a:spLocks noGrp="1"/>
          </p:cNvSpPr>
          <p:nvPr>
            <p:ph type="dt" sz="half" idx="10"/>
          </p:nvPr>
        </p:nvSpPr>
        <p:spPr/>
        <p:txBody>
          <a:bodyPr/>
          <a:lstStyle>
            <a:lvl1pPr>
              <a:defRPr/>
            </a:lvl1pPr>
          </a:lstStyle>
          <a:p>
            <a:pPr>
              <a:defRPr/>
            </a:pPr>
            <a:fld id="{1F768B36-B44E-40CB-8168-81589F68621C}" type="datetimeFigureOut">
              <a:rPr lang="pt-BR"/>
              <a:pPr>
                <a:defRPr/>
              </a:pPr>
              <a:t>24/03/2022</a:t>
            </a:fld>
            <a:endParaRPr lang="pt-BR"/>
          </a:p>
        </p:txBody>
      </p:sp>
      <p:sp>
        <p:nvSpPr>
          <p:cNvPr id="3" name="Espaço Reservado para Rodapé 21"/>
          <p:cNvSpPr>
            <a:spLocks noGrp="1"/>
          </p:cNvSpPr>
          <p:nvPr>
            <p:ph type="ftr" sz="quarter" idx="11"/>
          </p:nvPr>
        </p:nvSpPr>
        <p:spPr/>
        <p:txBody>
          <a:bodyPr/>
          <a:lstStyle>
            <a:lvl1pPr>
              <a:defRPr/>
            </a:lvl1pPr>
          </a:lstStyle>
          <a:p>
            <a:pPr>
              <a:defRPr/>
            </a:pPr>
            <a:endParaRPr lang="pt-BR"/>
          </a:p>
        </p:txBody>
      </p:sp>
      <p:sp>
        <p:nvSpPr>
          <p:cNvPr id="4" name="Espaço Reservado para Número de Slide 17"/>
          <p:cNvSpPr>
            <a:spLocks noGrp="1"/>
          </p:cNvSpPr>
          <p:nvPr>
            <p:ph type="sldNum" sz="quarter" idx="12"/>
          </p:nvPr>
        </p:nvSpPr>
        <p:spPr/>
        <p:txBody>
          <a:bodyPr/>
          <a:lstStyle>
            <a:lvl1pPr>
              <a:defRPr/>
            </a:lvl1pPr>
          </a:lstStyle>
          <a:p>
            <a:fld id="{D9EEC6C2-F8E6-4F72-A1C4-0ABBC3470C6E}" type="slidenum">
              <a:rPr lang="pt-BR" altLang="pt-BR"/>
              <a:pPr/>
              <a:t>‹nº›</a:t>
            </a:fld>
            <a:endParaRPr lang="pt-BR" altLang="pt-BR"/>
          </a:p>
        </p:txBody>
      </p:sp>
    </p:spTree>
    <p:extLst>
      <p:ext uri="{BB962C8B-B14F-4D97-AF65-F5344CB8AC3E}">
        <p14:creationId xmlns:p14="http://schemas.microsoft.com/office/powerpoint/2010/main" val="1633872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pt-BR" smtClean="0"/>
              <a:t>Clique para editar o estilo do título mestre</a:t>
            </a:r>
            <a:endParaRPr lang="en-US"/>
          </a:p>
        </p:txBody>
      </p:sp>
      <p:sp>
        <p:nvSpPr>
          <p:cNvPr id="3" name="Espaço Reservado para Texto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pt-BR" smtClean="0"/>
              <a:t>Clique para editar os estilos do texto mestre</a:t>
            </a:r>
          </a:p>
        </p:txBody>
      </p:sp>
      <p:sp>
        <p:nvSpPr>
          <p:cNvPr id="4" name="Espaço Reservado para Conteúdo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Data 9"/>
          <p:cNvSpPr>
            <a:spLocks noGrp="1"/>
          </p:cNvSpPr>
          <p:nvPr>
            <p:ph type="dt" sz="half" idx="10"/>
          </p:nvPr>
        </p:nvSpPr>
        <p:spPr/>
        <p:txBody>
          <a:bodyPr/>
          <a:lstStyle>
            <a:lvl1pPr>
              <a:defRPr/>
            </a:lvl1pPr>
          </a:lstStyle>
          <a:p>
            <a:pPr>
              <a:defRPr/>
            </a:pPr>
            <a:fld id="{31E8883D-0B9C-4098-891B-AF11471646C0}" type="datetimeFigureOut">
              <a:rPr lang="pt-BR"/>
              <a:pPr>
                <a:defRPr/>
              </a:pPr>
              <a:t>24/03/2022</a:t>
            </a:fld>
            <a:endParaRPr lang="pt-BR"/>
          </a:p>
        </p:txBody>
      </p:sp>
      <p:sp>
        <p:nvSpPr>
          <p:cNvPr id="6" name="Espaço Reservado para Rodapé 21"/>
          <p:cNvSpPr>
            <a:spLocks noGrp="1"/>
          </p:cNvSpPr>
          <p:nvPr>
            <p:ph type="ftr" sz="quarter" idx="11"/>
          </p:nvPr>
        </p:nvSpPr>
        <p:spPr/>
        <p:txBody>
          <a:bodyPr/>
          <a:lstStyle>
            <a:lvl1pPr>
              <a:defRPr/>
            </a:lvl1pPr>
          </a:lstStyle>
          <a:p>
            <a:pPr>
              <a:defRPr/>
            </a:pPr>
            <a:endParaRPr lang="pt-BR"/>
          </a:p>
        </p:txBody>
      </p:sp>
      <p:sp>
        <p:nvSpPr>
          <p:cNvPr id="7" name="Espaço Reservado para Número de Slide 17"/>
          <p:cNvSpPr>
            <a:spLocks noGrp="1"/>
          </p:cNvSpPr>
          <p:nvPr>
            <p:ph type="sldNum" sz="quarter" idx="12"/>
          </p:nvPr>
        </p:nvSpPr>
        <p:spPr/>
        <p:txBody>
          <a:bodyPr/>
          <a:lstStyle>
            <a:lvl1pPr>
              <a:defRPr/>
            </a:lvl1pPr>
          </a:lstStyle>
          <a:p>
            <a:fld id="{C2B1A661-743B-4396-BD9E-A66EBF53C47E}" type="slidenum">
              <a:rPr lang="pt-BR" altLang="pt-BR"/>
              <a:pPr/>
              <a:t>‹nº›</a:t>
            </a:fld>
            <a:endParaRPr lang="pt-BR" altLang="pt-BR"/>
          </a:p>
        </p:txBody>
      </p:sp>
    </p:spTree>
    <p:extLst>
      <p:ext uri="{BB962C8B-B14F-4D97-AF65-F5344CB8AC3E}">
        <p14:creationId xmlns:p14="http://schemas.microsoft.com/office/powerpoint/2010/main" val="3753168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5" name="Retângulo com Único Canto Aparado e Arredondado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Triângulo retângulo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orma livre 15"/>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orma livre 16"/>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ítulo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pt-BR" smtClean="0"/>
              <a:t>Clique para editar o estilo do título mestre</a:t>
            </a:r>
            <a:endParaRPr lang="en-US"/>
          </a:p>
        </p:txBody>
      </p:sp>
      <p:sp>
        <p:nvSpPr>
          <p:cNvPr id="4" name="Espaço Reservado para Texto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pt-BR" smtClean="0"/>
              <a:t>Clique para editar os estilos do texto mestre</a:t>
            </a:r>
          </a:p>
        </p:txBody>
      </p:sp>
      <p:sp>
        <p:nvSpPr>
          <p:cNvPr id="3" name="Espaço Reservado para Imagem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pt-BR" noProof="0" smtClean="0"/>
              <a:t>Clique no ícone para adicionar uma imagem</a:t>
            </a:r>
            <a:endParaRPr lang="en-US" noProof="0" dirty="0"/>
          </a:p>
        </p:txBody>
      </p:sp>
      <p:sp>
        <p:nvSpPr>
          <p:cNvPr id="9" name="Espaço Reservado para Data 4"/>
          <p:cNvSpPr>
            <a:spLocks noGrp="1"/>
          </p:cNvSpPr>
          <p:nvPr>
            <p:ph type="dt" sz="half" idx="10"/>
          </p:nvPr>
        </p:nvSpPr>
        <p:spPr/>
        <p:txBody>
          <a:bodyPr/>
          <a:lstStyle>
            <a:lvl1pPr>
              <a:defRPr/>
            </a:lvl1pPr>
          </a:lstStyle>
          <a:p>
            <a:pPr>
              <a:defRPr/>
            </a:pPr>
            <a:fld id="{6E3B047F-2956-468C-91A2-DEAEEE0BC5F3}" type="datetimeFigureOut">
              <a:rPr lang="pt-BR"/>
              <a:pPr>
                <a:defRPr/>
              </a:pPr>
              <a:t>24/03/2022</a:t>
            </a:fld>
            <a:endParaRPr lang="pt-BR"/>
          </a:p>
        </p:txBody>
      </p:sp>
      <p:sp>
        <p:nvSpPr>
          <p:cNvPr id="10" name="Espaço Reservado para Rodapé 5"/>
          <p:cNvSpPr>
            <a:spLocks noGrp="1"/>
          </p:cNvSpPr>
          <p:nvPr>
            <p:ph type="ftr" sz="quarter" idx="11"/>
          </p:nvPr>
        </p:nvSpPr>
        <p:spPr/>
        <p:txBody>
          <a:bodyPr/>
          <a:lstStyle>
            <a:lvl1pPr>
              <a:defRPr/>
            </a:lvl1pPr>
          </a:lstStyle>
          <a:p>
            <a:pPr>
              <a:defRPr/>
            </a:pPr>
            <a:endParaRPr lang="pt-BR"/>
          </a:p>
        </p:txBody>
      </p:sp>
      <p:sp>
        <p:nvSpPr>
          <p:cNvPr id="11" name="Espaço Reservado para Número de Slide 6"/>
          <p:cNvSpPr>
            <a:spLocks noGrp="1"/>
          </p:cNvSpPr>
          <p:nvPr>
            <p:ph type="sldNum" sz="quarter" idx="12"/>
          </p:nvPr>
        </p:nvSpPr>
        <p:spPr>
          <a:xfrm>
            <a:off x="8077200" y="6356350"/>
            <a:ext cx="609600" cy="365125"/>
          </a:xfrm>
        </p:spPr>
        <p:txBody>
          <a:bodyPr/>
          <a:lstStyle>
            <a:lvl1pPr>
              <a:defRPr/>
            </a:lvl1pPr>
          </a:lstStyle>
          <a:p>
            <a:fld id="{E3100838-979E-4C2F-B7B6-22A2EDA1C530}" type="slidenum">
              <a:rPr lang="pt-BR" altLang="pt-BR"/>
              <a:pPr/>
              <a:t>‹nº›</a:t>
            </a:fld>
            <a:endParaRPr lang="pt-BR" altLang="pt-BR"/>
          </a:p>
        </p:txBody>
      </p:sp>
    </p:spTree>
    <p:extLst>
      <p:ext uri="{BB962C8B-B14F-4D97-AF65-F5344CB8AC3E}">
        <p14:creationId xmlns:p14="http://schemas.microsoft.com/office/powerpoint/2010/main" val="115435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9"/>
          <p:cNvSpPr>
            <a:spLocks noGrp="1"/>
          </p:cNvSpPr>
          <p:nvPr>
            <p:ph type="dt" sz="half" idx="10"/>
          </p:nvPr>
        </p:nvSpPr>
        <p:spPr/>
        <p:txBody>
          <a:bodyPr/>
          <a:lstStyle>
            <a:lvl1pPr>
              <a:defRPr/>
            </a:lvl1pPr>
          </a:lstStyle>
          <a:p>
            <a:pPr>
              <a:defRPr/>
            </a:pPr>
            <a:fld id="{BF0FB4C5-784A-4BF2-B0AC-F194A247081D}" type="datetimeFigureOut">
              <a:rPr lang="pt-BR"/>
              <a:pPr>
                <a:defRPr/>
              </a:pPr>
              <a:t>24/03/2022</a:t>
            </a:fld>
            <a:endParaRPr lang="pt-BR"/>
          </a:p>
        </p:txBody>
      </p:sp>
      <p:sp>
        <p:nvSpPr>
          <p:cNvPr id="5" name="Espaço Reservado para Rodapé 21"/>
          <p:cNvSpPr>
            <a:spLocks noGrp="1"/>
          </p:cNvSpPr>
          <p:nvPr>
            <p:ph type="ftr" sz="quarter" idx="11"/>
          </p:nvPr>
        </p:nvSpPr>
        <p:spPr/>
        <p:txBody>
          <a:bodyPr/>
          <a:lstStyle>
            <a:lvl1pPr>
              <a:defRPr/>
            </a:lvl1pPr>
          </a:lstStyle>
          <a:p>
            <a:pPr>
              <a:defRPr/>
            </a:pPr>
            <a:endParaRPr lang="pt-BR"/>
          </a:p>
        </p:txBody>
      </p:sp>
      <p:sp>
        <p:nvSpPr>
          <p:cNvPr id="6" name="Espaço Reservado para Número de Slide 17"/>
          <p:cNvSpPr>
            <a:spLocks noGrp="1"/>
          </p:cNvSpPr>
          <p:nvPr>
            <p:ph type="sldNum" sz="quarter" idx="12"/>
          </p:nvPr>
        </p:nvSpPr>
        <p:spPr/>
        <p:txBody>
          <a:bodyPr/>
          <a:lstStyle>
            <a:lvl1pPr>
              <a:defRPr/>
            </a:lvl1pPr>
          </a:lstStyle>
          <a:p>
            <a:fld id="{AA225920-CBEF-4EAB-A0DD-D72A28AC7683}" type="slidenum">
              <a:rPr lang="pt-BR" altLang="pt-BR"/>
              <a:pPr/>
              <a:t>‹nº›</a:t>
            </a:fld>
            <a:endParaRPr lang="pt-BR" altLang="pt-BR"/>
          </a:p>
        </p:txBody>
      </p:sp>
    </p:spTree>
    <p:extLst>
      <p:ext uri="{BB962C8B-B14F-4D97-AF65-F5344CB8AC3E}">
        <p14:creationId xmlns:p14="http://schemas.microsoft.com/office/powerpoint/2010/main" val="3475538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914401"/>
            <a:ext cx="2057400" cy="5211763"/>
          </a:xfrm>
        </p:spPr>
        <p:txBody>
          <a:bodyPr vert="eaVert"/>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a:xfrm>
            <a:off x="457200" y="914401"/>
            <a:ext cx="6019800" cy="5211763"/>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9"/>
          <p:cNvSpPr>
            <a:spLocks noGrp="1"/>
          </p:cNvSpPr>
          <p:nvPr>
            <p:ph type="dt" sz="half" idx="10"/>
          </p:nvPr>
        </p:nvSpPr>
        <p:spPr/>
        <p:txBody>
          <a:bodyPr/>
          <a:lstStyle>
            <a:lvl1pPr>
              <a:defRPr/>
            </a:lvl1pPr>
          </a:lstStyle>
          <a:p>
            <a:pPr>
              <a:defRPr/>
            </a:pPr>
            <a:fld id="{96051C89-6400-411F-8308-B085793CF738}" type="datetimeFigureOut">
              <a:rPr lang="pt-BR"/>
              <a:pPr>
                <a:defRPr/>
              </a:pPr>
              <a:t>24/03/2022</a:t>
            </a:fld>
            <a:endParaRPr lang="pt-BR"/>
          </a:p>
        </p:txBody>
      </p:sp>
      <p:sp>
        <p:nvSpPr>
          <p:cNvPr id="5" name="Espaço Reservado para Rodapé 21"/>
          <p:cNvSpPr>
            <a:spLocks noGrp="1"/>
          </p:cNvSpPr>
          <p:nvPr>
            <p:ph type="ftr" sz="quarter" idx="11"/>
          </p:nvPr>
        </p:nvSpPr>
        <p:spPr/>
        <p:txBody>
          <a:bodyPr/>
          <a:lstStyle>
            <a:lvl1pPr>
              <a:defRPr/>
            </a:lvl1pPr>
          </a:lstStyle>
          <a:p>
            <a:pPr>
              <a:defRPr/>
            </a:pPr>
            <a:endParaRPr lang="pt-BR"/>
          </a:p>
        </p:txBody>
      </p:sp>
      <p:sp>
        <p:nvSpPr>
          <p:cNvPr id="6" name="Espaço Reservado para Número de Slide 17"/>
          <p:cNvSpPr>
            <a:spLocks noGrp="1"/>
          </p:cNvSpPr>
          <p:nvPr>
            <p:ph type="sldNum" sz="quarter" idx="12"/>
          </p:nvPr>
        </p:nvSpPr>
        <p:spPr/>
        <p:txBody>
          <a:bodyPr/>
          <a:lstStyle>
            <a:lvl1pPr>
              <a:defRPr/>
            </a:lvl1pPr>
          </a:lstStyle>
          <a:p>
            <a:fld id="{BBFD063D-2AB9-4B17-9C50-9B1B9FA3F682}" type="slidenum">
              <a:rPr lang="pt-BR" altLang="pt-BR"/>
              <a:pPr/>
              <a:t>‹nº›</a:t>
            </a:fld>
            <a:endParaRPr lang="pt-BR" altLang="pt-BR"/>
          </a:p>
        </p:txBody>
      </p:sp>
    </p:spTree>
    <p:extLst>
      <p:ext uri="{BB962C8B-B14F-4D97-AF65-F5344CB8AC3E}">
        <p14:creationId xmlns:p14="http://schemas.microsoft.com/office/powerpoint/2010/main" val="170091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orma livre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orma livre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8" name="Espaço Reservado para Título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pt-BR" altLang="pt-BR" smtClean="0"/>
              <a:t>Clique para editar o estilo do título mestre</a:t>
            </a:r>
            <a:endParaRPr lang="en-US" altLang="pt-BR" smtClean="0"/>
          </a:p>
        </p:txBody>
      </p:sp>
      <p:sp>
        <p:nvSpPr>
          <p:cNvPr id="1029" name="Espaço Reservado para Texto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smtClean="0"/>
              <a:t>Clique para editar os estilos do texto mestre</a:t>
            </a:r>
          </a:p>
          <a:p>
            <a:pPr lvl="1"/>
            <a:r>
              <a:rPr lang="pt-BR" altLang="pt-BR" smtClean="0"/>
              <a:t>Segundo nível</a:t>
            </a:r>
          </a:p>
          <a:p>
            <a:pPr lvl="2"/>
            <a:r>
              <a:rPr lang="pt-BR" altLang="pt-BR" smtClean="0"/>
              <a:t>Terceiro nível</a:t>
            </a:r>
          </a:p>
          <a:p>
            <a:pPr lvl="3"/>
            <a:r>
              <a:rPr lang="pt-BR" altLang="pt-BR" smtClean="0"/>
              <a:t>Quarto nível</a:t>
            </a:r>
          </a:p>
          <a:p>
            <a:pPr lvl="4"/>
            <a:r>
              <a:rPr lang="pt-BR" altLang="pt-BR" smtClean="0"/>
              <a:t>Quinto nível</a:t>
            </a:r>
            <a:endParaRPr lang="en-US" altLang="pt-BR" smtClean="0"/>
          </a:p>
        </p:txBody>
      </p:sp>
      <p:sp>
        <p:nvSpPr>
          <p:cNvPr id="10" name="Espaço Reservado para Data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A35DA885-2C62-41F2-B8DD-785253EF4F97}" type="datetimeFigureOut">
              <a:rPr lang="pt-BR"/>
              <a:pPr>
                <a:defRPr/>
              </a:pPr>
              <a:t>24/03/2022</a:t>
            </a:fld>
            <a:endParaRPr lang="pt-BR"/>
          </a:p>
        </p:txBody>
      </p:sp>
      <p:sp>
        <p:nvSpPr>
          <p:cNvPr id="22" name="Espaço Reservado para Rodapé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pt-BR"/>
          </a:p>
        </p:txBody>
      </p:sp>
      <p:sp>
        <p:nvSpPr>
          <p:cNvPr id="18" name="Espaço Reservado para Número de Slide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a:defRPr sz="1200">
                <a:solidFill>
                  <a:srgbClr val="045C75"/>
                </a:solidFill>
                <a:latin typeface="Constantia" panose="02030602050306030303" pitchFamily="18" charset="0"/>
              </a:defRPr>
            </a:lvl1pPr>
          </a:lstStyle>
          <a:p>
            <a:fld id="{D4D1184C-024B-4F70-BCE9-62B0DFA8D226}" type="slidenum">
              <a:rPr lang="pt-BR" altLang="pt-BR"/>
              <a:pPr/>
              <a:t>‹nº›</a:t>
            </a:fld>
            <a:endParaRPr lang="pt-BR" altLang="pt-BR"/>
          </a:p>
        </p:txBody>
      </p:sp>
      <p:grpSp>
        <p:nvGrpSpPr>
          <p:cNvPr id="1033" name="Grupo 1"/>
          <p:cNvGrpSpPr>
            <a:grpSpLocks/>
          </p:cNvGrpSpPr>
          <p:nvPr/>
        </p:nvGrpSpPr>
        <p:grpSpPr bwMode="auto">
          <a:xfrm>
            <a:off x="-19050" y="203200"/>
            <a:ext cx="9180513" cy="647700"/>
            <a:chOff x="-19045" y="216550"/>
            <a:chExt cx="9180548" cy="649224"/>
          </a:xfrm>
        </p:grpSpPr>
        <p:sp>
          <p:nvSpPr>
            <p:cNvPr id="12" name="Forma liv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orma liv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941" r:id="rId1"/>
    <p:sldLayoutId id="2147483933" r:id="rId2"/>
    <p:sldLayoutId id="2147483942" r:id="rId3"/>
    <p:sldLayoutId id="2147483934" r:id="rId4"/>
    <p:sldLayoutId id="2147483935" r:id="rId5"/>
    <p:sldLayoutId id="2147483936" r:id="rId6"/>
    <p:sldLayoutId id="2147483937" r:id="rId7"/>
    <p:sldLayoutId id="2147483938" r:id="rId8"/>
    <p:sldLayoutId id="2147483943" r:id="rId9"/>
    <p:sldLayoutId id="2147483939" r:id="rId10"/>
    <p:sldLayoutId id="2147483940"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ítulo 10"/>
          <p:cNvSpPr>
            <a:spLocks noGrp="1"/>
          </p:cNvSpPr>
          <p:nvPr>
            <p:ph type="subTitle" idx="1"/>
          </p:nvPr>
        </p:nvSpPr>
        <p:spPr>
          <a:xfrm>
            <a:off x="214313" y="1500188"/>
            <a:ext cx="8786812" cy="500062"/>
          </a:xfrm>
        </p:spPr>
        <p:txBody>
          <a:bodyPr/>
          <a:lstStyle/>
          <a:p>
            <a:pPr marR="0" algn="ctr" eaLnBrk="1" hangingPunct="1"/>
            <a:r>
              <a:rPr lang="en-US" altLang="pt-BR" smtClean="0"/>
              <a:t> </a:t>
            </a:r>
            <a:r>
              <a:rPr lang="en-US" altLang="pt-BR" smtClean="0">
                <a:solidFill>
                  <a:srgbClr val="FFFF00"/>
                </a:solidFill>
              </a:rPr>
              <a:t>INTRODUÇÃO </a:t>
            </a:r>
            <a:endParaRPr lang="pt-BR" altLang="pt-BR" smtClean="0">
              <a:solidFill>
                <a:srgbClr val="FFFF00"/>
              </a:solidFill>
            </a:endParaRPr>
          </a:p>
        </p:txBody>
      </p:sp>
      <p:sp>
        <p:nvSpPr>
          <p:cNvPr id="12" name="Título 11"/>
          <p:cNvSpPr>
            <a:spLocks noGrp="1"/>
          </p:cNvSpPr>
          <p:nvPr>
            <p:ph type="ctrTitle"/>
          </p:nvPr>
        </p:nvSpPr>
        <p:spPr>
          <a:xfrm>
            <a:off x="571472" y="285728"/>
            <a:ext cx="7851648" cy="928694"/>
          </a:xfrm>
          <a:ln>
            <a:miter lim="800000"/>
            <a:headEnd/>
            <a:tailEnd/>
          </a:ln>
        </p:spPr>
        <p:txBody>
          <a:bodyPr/>
          <a:lstStyle/>
          <a:p>
            <a:pPr algn="ctr" eaLnBrk="1" fontAlgn="auto" hangingPunct="1">
              <a:spcAft>
                <a:spcPts val="0"/>
              </a:spcAft>
              <a:defRPr/>
            </a:pPr>
            <a:r>
              <a:rPr lang="pt-BR" sz="4000" u="sng" dirty="0" smtClean="0">
                <a:solidFill>
                  <a:srgbClr val="FFFF00"/>
                </a:solidFill>
              </a:rPr>
              <a:t>Conceitos</a:t>
            </a:r>
            <a:r>
              <a:rPr lang="en-US" sz="4000" u="sng" dirty="0" smtClean="0">
                <a:solidFill>
                  <a:srgbClr val="FFFF00"/>
                </a:solidFill>
              </a:rPr>
              <a:t> de </a:t>
            </a:r>
            <a:r>
              <a:rPr lang="en-US" sz="4000" u="sng" dirty="0" err="1" smtClean="0">
                <a:solidFill>
                  <a:srgbClr val="FFFF00"/>
                </a:solidFill>
              </a:rPr>
              <a:t>Processos</a:t>
            </a:r>
            <a:endParaRPr lang="pt-BR" sz="4000" u="sng" dirty="0">
              <a:solidFill>
                <a:srgbClr val="FFFF00"/>
              </a:solidFill>
            </a:endParaRPr>
          </a:p>
        </p:txBody>
      </p:sp>
      <p:sp>
        <p:nvSpPr>
          <p:cNvPr id="5124" name="CaixaDeTexto 13"/>
          <p:cNvSpPr txBox="1">
            <a:spLocks noChangeArrowheads="1"/>
          </p:cNvSpPr>
          <p:nvPr/>
        </p:nvSpPr>
        <p:spPr bwMode="auto">
          <a:xfrm>
            <a:off x="0" y="2357438"/>
            <a:ext cx="9144000"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pt-BR" sz="2800">
                <a:latin typeface="Constantia" panose="02030602050306030303" pitchFamily="18" charset="0"/>
              </a:rPr>
              <a:t>	</a:t>
            </a:r>
            <a:r>
              <a:rPr lang="kk-KZ" altLang="pt-BR" sz="2800">
                <a:latin typeface="Constantia" panose="02030602050306030303" pitchFamily="18" charset="0"/>
              </a:rPr>
              <a:t>Muitos  sistemas  de natureza tem a capacidade  de realizar  varias  ações  no mesmo  tempo . Por exempl0, o corpo humano  realiza várias operações  em pararelo, ou CONCORRENTEMENTE</a:t>
            </a:r>
            <a:r>
              <a:rPr lang="kk-KZ" altLang="pt-BR" sz="3200">
                <a:latin typeface="Constantia" panose="02030602050306030303" pitchFamily="18" charset="0"/>
              </a:rPr>
              <a:t>.</a:t>
            </a:r>
          </a:p>
          <a:p>
            <a:pPr algn="just" eaLnBrk="1" hangingPunct="1"/>
            <a:r>
              <a:rPr lang="kk-KZ" altLang="pt-BR" sz="3200">
                <a:latin typeface="Constantia" panose="02030602050306030303" pitchFamily="18" charset="0"/>
              </a:rPr>
              <a:t>	</a:t>
            </a:r>
            <a:r>
              <a:rPr lang="kk-KZ" altLang="pt-BR" sz="2800">
                <a:latin typeface="Constantia" panose="02030602050306030303" pitchFamily="18" charset="0"/>
              </a:rPr>
              <a:t>Os computadores também executam tarefas concorrentemente, como enviar arquivos</a:t>
            </a:r>
            <a:r>
              <a:rPr lang="en-US" altLang="pt-BR" sz="2800">
                <a:latin typeface="Constantia" panose="02030602050306030303" pitchFamily="18" charset="0"/>
              </a:rPr>
              <a:t> </a:t>
            </a:r>
            <a:r>
              <a:rPr lang="kk-KZ" altLang="pt-BR" sz="2800">
                <a:latin typeface="Constantia" panose="02030602050306030303" pitchFamily="18" charset="0"/>
              </a:rPr>
              <a:t>a uma impressora, exibir uma web, receber e enviar mensagem  de correio eletr</a:t>
            </a:r>
            <a:r>
              <a:rPr lang="en-US" altLang="pt-BR" sz="2800">
                <a:latin typeface="Constantia" panose="02030602050306030303" pitchFamily="18" charset="0"/>
              </a:rPr>
              <a:t>ô</a:t>
            </a:r>
            <a:r>
              <a:rPr lang="kk-KZ" altLang="pt-BR" sz="2800">
                <a:latin typeface="Constantia" panose="02030602050306030303" pitchFamily="18" charset="0"/>
              </a:rPr>
              <a:t>nico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p:cNvSpPr>
            <a:spLocks noGrp="1"/>
          </p:cNvSpPr>
          <p:nvPr>
            <p:ph type="ctrTitle"/>
          </p:nvPr>
        </p:nvSpPr>
        <p:spPr>
          <a:xfrm>
            <a:off x="571472" y="285728"/>
            <a:ext cx="7851648" cy="928694"/>
          </a:xfrm>
          <a:ln>
            <a:miter lim="800000"/>
            <a:headEnd/>
            <a:tailEnd/>
          </a:ln>
        </p:spPr>
        <p:txBody>
          <a:bodyPr/>
          <a:lstStyle/>
          <a:p>
            <a:pPr algn="ctr" eaLnBrk="1" fontAlgn="auto" hangingPunct="1">
              <a:spcAft>
                <a:spcPts val="0"/>
              </a:spcAft>
              <a:defRPr/>
            </a:pPr>
            <a:r>
              <a:rPr lang="en-US" sz="4000" u="sng" dirty="0" err="1" smtClean="0">
                <a:solidFill>
                  <a:srgbClr val="FFFF00"/>
                </a:solidFill>
              </a:rPr>
              <a:t>Definição</a:t>
            </a:r>
            <a:r>
              <a:rPr lang="en-US" sz="4000" u="sng" dirty="0" smtClean="0">
                <a:solidFill>
                  <a:srgbClr val="FFFF00"/>
                </a:solidFill>
              </a:rPr>
              <a:t> de </a:t>
            </a:r>
            <a:r>
              <a:rPr lang="en-US" sz="4000" u="sng" dirty="0" err="1" smtClean="0">
                <a:solidFill>
                  <a:srgbClr val="FFFF00"/>
                </a:solidFill>
              </a:rPr>
              <a:t>Processo</a:t>
            </a:r>
            <a:endParaRPr lang="pt-BR" sz="4000" u="sng" dirty="0">
              <a:solidFill>
                <a:srgbClr val="FFFF00"/>
              </a:solidFill>
            </a:endParaRPr>
          </a:p>
        </p:txBody>
      </p:sp>
      <p:sp>
        <p:nvSpPr>
          <p:cNvPr id="6147" name="CaixaDeTexto 13"/>
          <p:cNvSpPr txBox="1">
            <a:spLocks noChangeArrowheads="1"/>
          </p:cNvSpPr>
          <p:nvPr/>
        </p:nvSpPr>
        <p:spPr bwMode="auto">
          <a:xfrm>
            <a:off x="0" y="2357438"/>
            <a:ext cx="91440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pt-BR" sz="2800">
                <a:latin typeface="Constantia" panose="02030602050306030303" pitchFamily="18" charset="0"/>
              </a:rPr>
              <a:t>O termo  </a:t>
            </a:r>
            <a:r>
              <a:rPr lang="en-US" altLang="pt-BR" sz="2800">
                <a:solidFill>
                  <a:srgbClr val="FFFF00"/>
                </a:solidFill>
                <a:latin typeface="Constantia" panose="02030602050306030303" pitchFamily="18" charset="0"/>
              </a:rPr>
              <a:t>processo</a:t>
            </a:r>
            <a:r>
              <a:rPr lang="en-US" altLang="pt-BR" sz="2800">
                <a:latin typeface="Constantia" panose="02030602050306030303" pitchFamily="18" charset="0"/>
              </a:rPr>
              <a:t>  foi usado  pela primeira vez pelos projetistas  do sistema multics na década  de 1960. Desde daquela época o termo processo  ja tinha ganho muitas definições como :</a:t>
            </a:r>
          </a:p>
          <a:p>
            <a:pPr eaLnBrk="1" hangingPunct="1"/>
            <a:r>
              <a:rPr lang="en-US" altLang="pt-BR" sz="2800">
                <a:latin typeface="Constantia" panose="02030602050306030303" pitchFamily="18" charset="0"/>
              </a:rPr>
              <a:t>-&gt; Um programa em execução ;</a:t>
            </a:r>
          </a:p>
          <a:p>
            <a:pPr eaLnBrk="1" hangingPunct="1"/>
            <a:r>
              <a:rPr lang="en-US" altLang="pt-BR" sz="2800">
                <a:latin typeface="Constantia" panose="02030602050306030303" pitchFamily="18" charset="0"/>
              </a:rPr>
              <a:t>-&gt; Uma atividade assíncrona ;</a:t>
            </a:r>
          </a:p>
          <a:p>
            <a:pPr eaLnBrk="1" hangingPunct="1"/>
            <a:r>
              <a:rPr lang="en-US" altLang="pt-BR" sz="2800">
                <a:latin typeface="Constantia" panose="02030602050306030303" pitchFamily="18" charset="0"/>
              </a:rPr>
              <a:t>-&gt; ‘Espirito animado’ de um procedimento.  	</a:t>
            </a:r>
            <a:endParaRPr lang="kk-KZ" altLang="pt-BR" sz="2800">
              <a:latin typeface="Constantia" panose="02030602050306030303"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Conceitos Fundamentais </a:t>
            </a:r>
            <a:endParaRPr lang="pt-BR" sz="4000" u="sng">
              <a:solidFill>
                <a:srgbClr val="FFFF00"/>
              </a:solidFill>
            </a:endParaRPr>
          </a:p>
        </p:txBody>
      </p:sp>
      <p:sp>
        <p:nvSpPr>
          <p:cNvPr id="7171" name="Espaço Reservado para Texto 2"/>
          <p:cNvSpPr>
            <a:spLocks noGrp="1"/>
          </p:cNvSpPr>
          <p:nvPr>
            <p:ph type="body" idx="1"/>
          </p:nvPr>
        </p:nvSpPr>
        <p:spPr>
          <a:xfrm>
            <a:off x="0" y="1571625"/>
            <a:ext cx="9144000" cy="5072063"/>
          </a:xfrm>
        </p:spPr>
        <p:txBody>
          <a:bodyPr/>
          <a:lstStyle/>
          <a:p>
            <a:pPr eaLnBrk="1" hangingPunct="1"/>
            <a:endParaRPr lang="en-US" altLang="pt-BR" sz="2800" smtClean="0"/>
          </a:p>
          <a:p>
            <a:pPr eaLnBrk="1" hangingPunct="1"/>
            <a:r>
              <a:rPr lang="en-US" altLang="pt-BR" sz="2800" smtClean="0"/>
              <a:t>Há dois conceitos  fundamentais  apresentados por essas definições. </a:t>
            </a:r>
          </a:p>
          <a:p>
            <a:pPr eaLnBrk="1" hangingPunct="1"/>
            <a:r>
              <a:rPr lang="en-US" altLang="pt-BR" sz="2800" smtClean="0">
                <a:solidFill>
                  <a:srgbClr val="FFFF00"/>
                </a:solidFill>
              </a:rPr>
              <a:t>Primeiro conceito:</a:t>
            </a:r>
          </a:p>
          <a:p>
            <a:pPr eaLnBrk="1" hangingPunct="1"/>
            <a:endParaRPr lang="en-US" altLang="pt-BR" sz="2800" smtClean="0"/>
          </a:p>
          <a:p>
            <a:pPr eaLnBrk="1" hangingPunct="1"/>
            <a:r>
              <a:rPr lang="en-US" altLang="pt-BR" sz="2800" smtClean="0"/>
              <a:t>Um  </a:t>
            </a:r>
            <a:r>
              <a:rPr lang="en-US" altLang="pt-BR" sz="2800" smtClean="0">
                <a:solidFill>
                  <a:srgbClr val="FFFF00"/>
                </a:solidFill>
              </a:rPr>
              <a:t>PROCESSO</a:t>
            </a:r>
            <a:r>
              <a:rPr lang="en-US" altLang="pt-BR" sz="2800" smtClean="0"/>
              <a:t>  é  uma  entidade. Cada processo tem seu  próprio espaço  de endereço , que normalmente consiste  em  três regiões:</a:t>
            </a:r>
          </a:p>
          <a:p>
            <a:pPr eaLnBrk="1" hangingPunct="1"/>
            <a:endParaRPr lang="pt-BR" altLang="pt-BR" smtClean="0"/>
          </a:p>
        </p:txBody>
      </p:sp>
      <p:sp>
        <p:nvSpPr>
          <p:cNvPr id="13" name="Retângulo 12"/>
          <p:cNvSpPr/>
          <p:nvPr/>
        </p:nvSpPr>
        <p:spPr>
          <a:xfrm>
            <a:off x="785813" y="5786438"/>
            <a:ext cx="200025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err="1"/>
              <a:t>Região</a:t>
            </a:r>
            <a:r>
              <a:rPr lang="en-US" dirty="0"/>
              <a:t> de </a:t>
            </a:r>
            <a:r>
              <a:rPr lang="en-US" dirty="0" err="1"/>
              <a:t>Texto</a:t>
            </a:r>
            <a:endParaRPr lang="pt-BR" dirty="0"/>
          </a:p>
        </p:txBody>
      </p:sp>
      <p:sp>
        <p:nvSpPr>
          <p:cNvPr id="14" name="Retângulo 13"/>
          <p:cNvSpPr/>
          <p:nvPr/>
        </p:nvSpPr>
        <p:spPr>
          <a:xfrm>
            <a:off x="4786313" y="5786438"/>
            <a:ext cx="200025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err="1"/>
              <a:t>Região</a:t>
            </a:r>
            <a:r>
              <a:rPr lang="en-US" dirty="0"/>
              <a:t> de </a:t>
            </a:r>
            <a:r>
              <a:rPr lang="en-US" dirty="0" err="1"/>
              <a:t>Pilhas</a:t>
            </a:r>
            <a:endParaRPr lang="pt-BR" dirty="0"/>
          </a:p>
        </p:txBody>
      </p:sp>
      <p:sp>
        <p:nvSpPr>
          <p:cNvPr id="15" name="Retângulo 14"/>
          <p:cNvSpPr/>
          <p:nvPr/>
        </p:nvSpPr>
        <p:spPr>
          <a:xfrm>
            <a:off x="2786063" y="5786438"/>
            <a:ext cx="2000250" cy="428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err="1"/>
              <a:t>Região</a:t>
            </a:r>
            <a:r>
              <a:rPr lang="en-US" dirty="0"/>
              <a:t> de Dados</a:t>
            </a:r>
            <a:endParaRPr lang="pt-B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Conceitos Fundamentais </a:t>
            </a:r>
            <a:endParaRPr lang="pt-BR" sz="4000" u="sng">
              <a:solidFill>
                <a:srgbClr val="FFFF00"/>
              </a:solidFill>
            </a:endParaRPr>
          </a:p>
        </p:txBody>
      </p:sp>
      <p:sp>
        <p:nvSpPr>
          <p:cNvPr id="8195" name="Espaço Reservado para Texto 2"/>
          <p:cNvSpPr>
            <a:spLocks noGrp="1"/>
          </p:cNvSpPr>
          <p:nvPr>
            <p:ph type="body" idx="1"/>
          </p:nvPr>
        </p:nvSpPr>
        <p:spPr>
          <a:xfrm>
            <a:off x="0" y="1571625"/>
            <a:ext cx="9144000" cy="5072063"/>
          </a:xfrm>
        </p:spPr>
        <p:txBody>
          <a:bodyPr/>
          <a:lstStyle/>
          <a:p>
            <a:pPr eaLnBrk="1" hangingPunct="1"/>
            <a:r>
              <a:rPr lang="en-US" altLang="pt-BR" sz="2800" smtClean="0">
                <a:solidFill>
                  <a:srgbClr val="FFFF00"/>
                </a:solidFill>
              </a:rPr>
              <a:t>REGIÃO DE TEXTO -  </a:t>
            </a:r>
            <a:r>
              <a:rPr lang="en-US" altLang="pt-BR" sz="2800" smtClean="0"/>
              <a:t>A região de texto  armazena  o código que  o processador  executa.</a:t>
            </a:r>
          </a:p>
          <a:p>
            <a:pPr eaLnBrk="1" hangingPunct="1"/>
            <a:endParaRPr lang="en-US" altLang="pt-BR" sz="1100" smtClean="0"/>
          </a:p>
          <a:p>
            <a:pPr eaLnBrk="1" hangingPunct="1"/>
            <a:r>
              <a:rPr lang="en-US" altLang="pt-BR" sz="2800" smtClean="0">
                <a:solidFill>
                  <a:srgbClr val="FFFF00"/>
                </a:solidFill>
              </a:rPr>
              <a:t>REGIÃO DE DADOS </a:t>
            </a:r>
            <a:r>
              <a:rPr lang="en-US" altLang="pt-BR" sz="2800" smtClean="0"/>
              <a:t>–  A região de dados armazena variáveis e memória alocada  dinamicamente, que o processo usa durante a execução.</a:t>
            </a:r>
          </a:p>
          <a:p>
            <a:pPr eaLnBrk="1" hangingPunct="1"/>
            <a:endParaRPr lang="en-US" altLang="pt-BR" sz="1100" smtClean="0"/>
          </a:p>
          <a:p>
            <a:pPr eaLnBrk="1" hangingPunct="1"/>
            <a:r>
              <a:rPr lang="en-US" altLang="pt-BR" sz="2800" smtClean="0">
                <a:solidFill>
                  <a:srgbClr val="FFFF00"/>
                </a:solidFill>
              </a:rPr>
              <a:t>REGIÃO DE PILHAS-  </a:t>
            </a:r>
            <a:r>
              <a:rPr lang="en-US" altLang="pt-BR" sz="2800" smtClean="0"/>
              <a:t>A região de pilhas armazena instruções e variáveis locais para a chamadas  ativas ao procedimento. O conteúdo  da pilha cresce á medida que um processo emiti chamadas  aninhadas ao procedimento, e diminui quando o procedimento chamado retorna .</a:t>
            </a:r>
            <a:endParaRPr lang="pt-BR" altLang="pt-BR" sz="2800" smtClean="0"/>
          </a:p>
          <a:p>
            <a:pPr eaLnBrk="1" hangingPunct="1"/>
            <a:endParaRPr lang="en-US" altLang="pt-BR" sz="28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Conceitos Fundamentais </a:t>
            </a:r>
            <a:endParaRPr lang="pt-BR" sz="4000" u="sng">
              <a:solidFill>
                <a:srgbClr val="FFFF00"/>
              </a:solidFill>
            </a:endParaRPr>
          </a:p>
        </p:txBody>
      </p:sp>
      <p:sp>
        <p:nvSpPr>
          <p:cNvPr id="9219" name="Espaço Reservado para Texto 2"/>
          <p:cNvSpPr>
            <a:spLocks noGrp="1"/>
          </p:cNvSpPr>
          <p:nvPr>
            <p:ph type="body" idx="1"/>
          </p:nvPr>
        </p:nvSpPr>
        <p:spPr>
          <a:xfrm>
            <a:off x="0" y="1571625"/>
            <a:ext cx="9144000" cy="5072063"/>
          </a:xfrm>
        </p:spPr>
        <p:txBody>
          <a:bodyPr/>
          <a:lstStyle/>
          <a:p>
            <a:pPr eaLnBrk="1" hangingPunct="1"/>
            <a:r>
              <a:rPr lang="en-US" altLang="pt-BR" sz="2800" smtClean="0">
                <a:solidFill>
                  <a:srgbClr val="FFFF00"/>
                </a:solidFill>
              </a:rPr>
              <a:t>SEGUNDO CONCEITO- </a:t>
            </a:r>
            <a:r>
              <a:rPr lang="en-US" altLang="pt-BR" sz="2800" i="1" smtClean="0"/>
              <a:t>Todo e qualquer processo é um programa em execução.</a:t>
            </a:r>
          </a:p>
          <a:p>
            <a:pPr eaLnBrk="1" hangingPunct="1"/>
            <a:endParaRPr lang="en-US" altLang="pt-BR" sz="2800" i="1" smtClean="0"/>
          </a:p>
          <a:p>
            <a:pPr eaLnBrk="1" hangingPunct="1"/>
            <a:r>
              <a:rPr lang="en-US" altLang="pt-BR" sz="2800" i="1" smtClean="0"/>
              <a:t>	</a:t>
            </a:r>
            <a:r>
              <a:rPr lang="en-US" altLang="pt-BR" sz="2800" smtClean="0"/>
              <a:t>UM programa é uma entidade inanimada; somente  quando um processador  lhe `sopra vida`, é quando ele se torna a entidade ativa que chamamos de processo.</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Questões</a:t>
            </a:r>
            <a:endParaRPr lang="pt-BR" sz="4000" u="sng">
              <a:solidFill>
                <a:srgbClr val="FFFF00"/>
              </a:solidFill>
            </a:endParaRPr>
          </a:p>
        </p:txBody>
      </p:sp>
      <p:sp>
        <p:nvSpPr>
          <p:cNvPr id="10243" name="Espaço Reservado para Texto 2"/>
          <p:cNvSpPr>
            <a:spLocks noGrp="1"/>
          </p:cNvSpPr>
          <p:nvPr>
            <p:ph type="body" idx="1"/>
          </p:nvPr>
        </p:nvSpPr>
        <p:spPr>
          <a:xfrm>
            <a:off x="285750" y="1571625"/>
            <a:ext cx="8501063" cy="5072063"/>
          </a:xfrm>
        </p:spPr>
        <p:txBody>
          <a:bodyPr/>
          <a:lstStyle/>
          <a:p>
            <a:pPr eaLnBrk="1" hangingPunct="1"/>
            <a:r>
              <a:rPr lang="en-US" altLang="pt-BR" sz="2800" i="1" smtClean="0">
                <a:solidFill>
                  <a:srgbClr val="FFFF00"/>
                </a:solidFill>
              </a:rPr>
              <a:t>1-(V/F ) </a:t>
            </a:r>
            <a:r>
              <a:rPr lang="en-US" altLang="pt-BR" sz="2800" i="1" smtClean="0"/>
              <a:t>Os termos ‘processos’ e ‘programas’ são sinonimos?</a:t>
            </a:r>
          </a:p>
          <a:p>
            <a:pPr eaLnBrk="1" hangingPunct="1"/>
            <a:endParaRPr lang="en-US" altLang="pt-BR" sz="2800" i="1" smtClean="0"/>
          </a:p>
          <a:p>
            <a:pPr eaLnBrk="1" hangingPunct="1"/>
            <a:endParaRPr lang="en-US" altLang="pt-BR" sz="2800" i="1" smtClean="0"/>
          </a:p>
          <a:p>
            <a:pPr eaLnBrk="1" hangingPunct="1"/>
            <a:endParaRPr lang="en-US" altLang="pt-BR" sz="2800" i="1" smtClean="0"/>
          </a:p>
          <a:p>
            <a:pPr eaLnBrk="1" hangingPunct="1"/>
            <a:r>
              <a:rPr lang="en-US" altLang="pt-BR" sz="2800" i="1" smtClean="0">
                <a:solidFill>
                  <a:srgbClr val="FFFF00"/>
                </a:solidFill>
              </a:rPr>
              <a:t>2-</a:t>
            </a:r>
            <a:r>
              <a:rPr lang="en-US" altLang="pt-BR" sz="2800" i="1" smtClean="0"/>
              <a:t>Por que o espaço de endereço de um processo é dividido  em várias regiões?</a:t>
            </a:r>
          </a:p>
          <a:p>
            <a:pPr eaLnBrk="1" hangingPunct="1"/>
            <a:endParaRPr lang="en-US" altLang="pt-BR" sz="2800" i="1" smtClean="0"/>
          </a:p>
          <a:p>
            <a:pPr eaLnBrk="1" hangingPunct="1"/>
            <a:endParaRPr lang="en-US" altLang="pt-BR" sz="2800" i="1" smtClean="0"/>
          </a:p>
          <a:p>
            <a:pPr eaLnBrk="1" hangingPunct="1"/>
            <a:r>
              <a:rPr lang="en-US" altLang="pt-BR" sz="2800" i="1" smtClean="0"/>
              <a:t>	</a:t>
            </a:r>
            <a:endParaRPr lang="en-US" altLang="pt-BR" sz="28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Respostas</a:t>
            </a:r>
            <a:endParaRPr lang="pt-BR" sz="4000" u="sng">
              <a:solidFill>
                <a:srgbClr val="FFFF00"/>
              </a:solidFill>
            </a:endParaRPr>
          </a:p>
        </p:txBody>
      </p:sp>
      <p:sp>
        <p:nvSpPr>
          <p:cNvPr id="3" name="Espaço Reservado para Texto 2"/>
          <p:cNvSpPr>
            <a:spLocks noGrp="1"/>
          </p:cNvSpPr>
          <p:nvPr>
            <p:ph type="body" idx="1"/>
          </p:nvPr>
        </p:nvSpPr>
        <p:spPr>
          <a:xfrm>
            <a:off x="285750" y="1571625"/>
            <a:ext cx="8501063" cy="5072063"/>
          </a:xfrm>
        </p:spPr>
        <p:txBody>
          <a:bodyPr>
            <a:normAutofit lnSpcReduction="10000"/>
          </a:bodyPr>
          <a:lstStyle/>
          <a:p>
            <a:pPr eaLnBrk="1" fontAlgn="auto" hangingPunct="1">
              <a:spcAft>
                <a:spcPts val="0"/>
              </a:spcAft>
              <a:buClr>
                <a:schemeClr val="accent3"/>
              </a:buClr>
              <a:buFont typeface="Wingdings 2"/>
              <a:buNone/>
              <a:defRPr/>
            </a:pPr>
            <a:r>
              <a:rPr lang="en-US" sz="2800" i="1" dirty="0" smtClean="0">
                <a:solidFill>
                  <a:srgbClr val="FFFF00"/>
                </a:solidFill>
              </a:rPr>
              <a:t>1-</a:t>
            </a:r>
            <a:r>
              <a:rPr lang="en-US" sz="2800" i="1" dirty="0" smtClean="0"/>
              <a:t>FALSO.  Um </a:t>
            </a:r>
            <a:r>
              <a:rPr lang="en-US" sz="2800" i="1" dirty="0" err="1" smtClean="0"/>
              <a:t>processo</a:t>
            </a:r>
            <a:r>
              <a:rPr lang="en-US" sz="2800" i="1" dirty="0" smtClean="0"/>
              <a:t> é  um </a:t>
            </a:r>
            <a:r>
              <a:rPr lang="en-US" sz="2800" i="1" dirty="0" err="1" smtClean="0"/>
              <a:t>programa</a:t>
            </a:r>
            <a:r>
              <a:rPr lang="en-US" sz="2800" i="1" dirty="0" smtClean="0"/>
              <a:t>  </a:t>
            </a:r>
            <a:r>
              <a:rPr lang="en-US" sz="2800" i="1" dirty="0" err="1" smtClean="0"/>
              <a:t>em</a:t>
            </a:r>
            <a:r>
              <a:rPr lang="en-US" sz="2800" i="1" dirty="0" smtClean="0"/>
              <a:t> </a:t>
            </a:r>
            <a:r>
              <a:rPr lang="en-US" sz="2800" i="1" dirty="0" err="1" smtClean="0"/>
              <a:t>execução</a:t>
            </a:r>
            <a:r>
              <a:rPr lang="en-US" sz="2800" i="1" dirty="0" smtClean="0"/>
              <a:t>; um </a:t>
            </a:r>
            <a:r>
              <a:rPr lang="en-US" sz="2800" i="1" dirty="0" err="1" smtClean="0"/>
              <a:t>programa</a:t>
            </a:r>
            <a:r>
              <a:rPr lang="en-US" sz="2800" i="1" dirty="0" smtClean="0"/>
              <a:t> é </a:t>
            </a:r>
            <a:r>
              <a:rPr lang="en-US" sz="2800" i="1" dirty="0" err="1" smtClean="0"/>
              <a:t>uma</a:t>
            </a:r>
            <a:r>
              <a:rPr lang="en-US" sz="2800" i="1" dirty="0" smtClean="0"/>
              <a:t> </a:t>
            </a:r>
            <a:r>
              <a:rPr lang="en-US" sz="2800" i="1" dirty="0" err="1" smtClean="0"/>
              <a:t>entidade</a:t>
            </a:r>
            <a:r>
              <a:rPr lang="en-US" sz="2800" i="1" dirty="0" smtClean="0"/>
              <a:t> </a:t>
            </a:r>
            <a:r>
              <a:rPr lang="en-US" sz="2800" i="1" dirty="0" err="1" smtClean="0"/>
              <a:t>inanimada</a:t>
            </a:r>
            <a:r>
              <a:rPr lang="en-US" sz="2800" i="1" dirty="0" smtClean="0"/>
              <a:t>.</a:t>
            </a:r>
          </a:p>
          <a:p>
            <a:pPr eaLnBrk="1" fontAlgn="auto" hangingPunct="1">
              <a:spcAft>
                <a:spcPts val="0"/>
              </a:spcAft>
              <a:buClr>
                <a:schemeClr val="accent3"/>
              </a:buClr>
              <a:buFont typeface="Wingdings 2"/>
              <a:buNone/>
              <a:defRPr/>
            </a:pPr>
            <a:endParaRPr lang="en-US" sz="2800" i="1" dirty="0" smtClean="0"/>
          </a:p>
          <a:p>
            <a:pPr eaLnBrk="1" fontAlgn="auto" hangingPunct="1">
              <a:spcAft>
                <a:spcPts val="0"/>
              </a:spcAft>
              <a:buClr>
                <a:schemeClr val="accent3"/>
              </a:buClr>
              <a:buFont typeface="Wingdings 2"/>
              <a:buNone/>
              <a:defRPr/>
            </a:pPr>
            <a:endParaRPr lang="en-US" sz="2800" i="1" dirty="0" smtClean="0"/>
          </a:p>
          <a:p>
            <a:pPr eaLnBrk="1" fontAlgn="auto" hangingPunct="1">
              <a:spcAft>
                <a:spcPts val="0"/>
              </a:spcAft>
              <a:buClr>
                <a:schemeClr val="accent3"/>
              </a:buClr>
              <a:buFont typeface="Wingdings 2"/>
              <a:buNone/>
              <a:defRPr/>
            </a:pPr>
            <a:r>
              <a:rPr lang="en-US" sz="2800" i="1" dirty="0" smtClean="0">
                <a:solidFill>
                  <a:srgbClr val="FFFF00"/>
                </a:solidFill>
              </a:rPr>
              <a:t>2-</a:t>
            </a:r>
            <a:r>
              <a:rPr lang="en-US" sz="2800" i="1" dirty="0" smtClean="0"/>
              <a:t>Processos </a:t>
            </a:r>
            <a:r>
              <a:rPr lang="en-US" sz="2800" i="1" dirty="0" err="1" smtClean="0"/>
              <a:t>lêem</a:t>
            </a:r>
            <a:r>
              <a:rPr lang="en-US" sz="2800" i="1" dirty="0" smtClean="0"/>
              <a:t> e </a:t>
            </a:r>
            <a:r>
              <a:rPr lang="en-US" sz="2800" i="1" dirty="0" err="1" smtClean="0"/>
              <a:t>escrevem</a:t>
            </a:r>
            <a:r>
              <a:rPr lang="en-US" sz="2800" i="1" dirty="0" smtClean="0"/>
              <a:t> dados </a:t>
            </a:r>
            <a:r>
              <a:rPr lang="en-US" sz="2800" i="1" dirty="0" err="1" smtClean="0"/>
              <a:t>em</a:t>
            </a:r>
            <a:r>
              <a:rPr lang="en-US" sz="2800" i="1" dirty="0" smtClean="0"/>
              <a:t> </a:t>
            </a:r>
            <a:r>
              <a:rPr lang="en-US" sz="2800" i="1" dirty="0" err="1" smtClean="0"/>
              <a:t>qualquer</a:t>
            </a:r>
            <a:r>
              <a:rPr lang="en-US" sz="2800" i="1" dirty="0" smtClean="0"/>
              <a:t> </a:t>
            </a:r>
            <a:r>
              <a:rPr lang="en-US" sz="2800" i="1" dirty="0" err="1" smtClean="0"/>
              <a:t>ordem</a:t>
            </a:r>
            <a:r>
              <a:rPr lang="en-US" sz="2800" i="1" dirty="0" smtClean="0"/>
              <a:t>. </a:t>
            </a:r>
            <a:r>
              <a:rPr lang="en-US" sz="2800" i="1" dirty="0" err="1" smtClean="0"/>
              <a:t>Separar</a:t>
            </a:r>
            <a:r>
              <a:rPr lang="en-US" sz="2800" i="1" dirty="0" smtClean="0"/>
              <a:t>  </a:t>
            </a:r>
            <a:r>
              <a:rPr lang="en-US" sz="2800" i="1" dirty="0" err="1" smtClean="0"/>
              <a:t>espaço</a:t>
            </a:r>
            <a:r>
              <a:rPr lang="en-US" sz="2800" i="1" dirty="0" smtClean="0"/>
              <a:t> de </a:t>
            </a:r>
            <a:r>
              <a:rPr lang="en-US" sz="2800" i="1" dirty="0" err="1" smtClean="0"/>
              <a:t>endereço</a:t>
            </a:r>
            <a:r>
              <a:rPr lang="en-US" sz="2800" i="1" dirty="0" smtClean="0"/>
              <a:t>  de um </a:t>
            </a:r>
            <a:r>
              <a:rPr lang="en-US" sz="2800" i="1" dirty="0" err="1" smtClean="0"/>
              <a:t>processo</a:t>
            </a:r>
            <a:r>
              <a:rPr lang="en-US" sz="2800" i="1" dirty="0" smtClean="0"/>
              <a:t> </a:t>
            </a:r>
            <a:r>
              <a:rPr lang="en-US" sz="2800" i="1" dirty="0" err="1" smtClean="0"/>
              <a:t>em</a:t>
            </a:r>
            <a:r>
              <a:rPr lang="en-US" sz="2800" i="1" dirty="0" smtClean="0"/>
              <a:t> </a:t>
            </a:r>
            <a:r>
              <a:rPr lang="en-US" sz="2800" i="1" dirty="0" err="1" smtClean="0"/>
              <a:t>diferentes</a:t>
            </a:r>
            <a:r>
              <a:rPr lang="en-US" sz="2800" i="1" dirty="0" smtClean="0"/>
              <a:t> </a:t>
            </a:r>
            <a:r>
              <a:rPr lang="en-US" sz="2800" i="1" dirty="0" err="1" smtClean="0"/>
              <a:t>regiões</a:t>
            </a:r>
            <a:r>
              <a:rPr lang="en-US" sz="2800" i="1" dirty="0" smtClean="0"/>
              <a:t> </a:t>
            </a:r>
            <a:r>
              <a:rPr lang="en-US" sz="2800" i="1" dirty="0" err="1" smtClean="0"/>
              <a:t>habilita</a:t>
            </a:r>
            <a:r>
              <a:rPr lang="en-US" sz="2800" i="1" dirty="0" smtClean="0"/>
              <a:t> o </a:t>
            </a:r>
            <a:r>
              <a:rPr lang="en-US" sz="2800" i="1" dirty="0" err="1" smtClean="0"/>
              <a:t>sistema</a:t>
            </a:r>
            <a:r>
              <a:rPr lang="en-US" sz="2800" i="1" dirty="0" smtClean="0"/>
              <a:t> </a:t>
            </a:r>
            <a:r>
              <a:rPr lang="en-US" sz="2800" i="1" dirty="0" err="1" smtClean="0"/>
              <a:t>operacional</a:t>
            </a:r>
            <a:r>
              <a:rPr lang="en-US" sz="2800" i="1" dirty="0" smtClean="0"/>
              <a:t> a </a:t>
            </a:r>
            <a:r>
              <a:rPr lang="en-US" sz="2800" i="1" dirty="0" err="1" smtClean="0"/>
              <a:t>impor</a:t>
            </a:r>
            <a:r>
              <a:rPr lang="en-US" sz="2800" i="1" dirty="0" smtClean="0"/>
              <a:t> </a:t>
            </a:r>
            <a:r>
              <a:rPr lang="en-US" sz="2800" i="1" dirty="0" err="1" smtClean="0"/>
              <a:t>essas</a:t>
            </a:r>
            <a:r>
              <a:rPr lang="en-US" sz="2800" i="1" dirty="0" smtClean="0"/>
              <a:t> </a:t>
            </a:r>
            <a:r>
              <a:rPr lang="en-US" sz="2800" i="1" dirty="0" err="1" smtClean="0"/>
              <a:t>regras</a:t>
            </a:r>
            <a:r>
              <a:rPr lang="en-US" sz="2800" i="1" dirty="0" smtClean="0"/>
              <a:t>  de </a:t>
            </a:r>
            <a:r>
              <a:rPr lang="en-US" sz="2800" i="1" dirty="0" err="1" smtClean="0"/>
              <a:t>acesso</a:t>
            </a:r>
            <a:r>
              <a:rPr lang="en-US" sz="2800" i="1" dirty="0" smtClean="0"/>
              <a:t>.</a:t>
            </a:r>
          </a:p>
          <a:p>
            <a:pPr eaLnBrk="1" fontAlgn="auto" hangingPunct="1">
              <a:spcAft>
                <a:spcPts val="0"/>
              </a:spcAft>
              <a:buClr>
                <a:schemeClr val="accent3"/>
              </a:buClr>
              <a:buFont typeface="Wingdings 2"/>
              <a:buNone/>
              <a:defRPr/>
            </a:pPr>
            <a:endParaRPr lang="en-US" sz="2800" i="1" dirty="0" smtClean="0"/>
          </a:p>
          <a:p>
            <a:pPr eaLnBrk="1" fontAlgn="auto" hangingPunct="1">
              <a:spcAft>
                <a:spcPts val="0"/>
              </a:spcAft>
              <a:buClr>
                <a:schemeClr val="accent3"/>
              </a:buClr>
              <a:buFont typeface="Wingdings 2"/>
              <a:buNone/>
              <a:defRPr/>
            </a:pPr>
            <a:endParaRPr lang="en-US" sz="2800" i="1" dirty="0" smtClean="0"/>
          </a:p>
          <a:p>
            <a:pPr eaLnBrk="1" fontAlgn="auto" hangingPunct="1">
              <a:spcAft>
                <a:spcPts val="0"/>
              </a:spcAft>
              <a:buClr>
                <a:schemeClr val="accent3"/>
              </a:buClr>
              <a:buFont typeface="Wingdings 2"/>
              <a:buNone/>
              <a:defRPr/>
            </a:pPr>
            <a:r>
              <a:rPr lang="en-US" sz="2800" i="1" dirty="0" smtClean="0"/>
              <a:t>	</a:t>
            </a:r>
            <a:endParaRPr lang="en-US" sz="2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Estados de Processos: Ciclo de vida de um processo</a:t>
            </a:r>
            <a:endParaRPr lang="pt-BR" sz="4000" u="sng">
              <a:solidFill>
                <a:srgbClr val="FFFF00"/>
              </a:solidFill>
            </a:endParaRPr>
          </a:p>
        </p:txBody>
      </p:sp>
      <p:sp>
        <p:nvSpPr>
          <p:cNvPr id="12291"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O sistema operacional  deve assegurar que cada processos receba uma quantidade suficiente de tempo  de processador.</a:t>
            </a:r>
          </a:p>
          <a:p>
            <a:pPr eaLnBrk="1" hangingPunct="1"/>
            <a:r>
              <a:rPr lang="en-US" altLang="pt-BR" sz="2800" smtClean="0"/>
              <a:t>	Em qualquer sistema, a quantidade de processos  verdadeiramente executados em concorrência é obrigatoriamente igual ao número  de processadores mas, em geral, há um número  muito maior de processos do que  de processadores em um sistema. Portanto, a qualquer dado instante, alguns processos  podem ser executados outros não.</a:t>
            </a:r>
          </a:p>
          <a:p>
            <a:pPr eaLnBrk="1" hangingPunct="1"/>
            <a:r>
              <a:rPr lang="en-US" altLang="pt-BR" sz="2800" i="1" smtClean="0"/>
              <a:t>	</a:t>
            </a:r>
            <a:endParaRPr lang="en-US" altLang="pt-BR" sz="28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 Ciclo de vida de um processo</a:t>
            </a:r>
            <a:endParaRPr lang="pt-BR" sz="4000" u="sng">
              <a:solidFill>
                <a:srgbClr val="FFFF00"/>
              </a:solidFill>
            </a:endParaRPr>
          </a:p>
        </p:txBody>
      </p:sp>
      <p:sp>
        <p:nvSpPr>
          <p:cNvPr id="13315"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Durante seu tempo  de vida um processo passa por vários  estados . </a:t>
            </a:r>
          </a:p>
          <a:p>
            <a:pPr eaLnBrk="1" hangingPunct="1"/>
            <a:endParaRPr lang="en-US" altLang="pt-BR" sz="2800" smtClean="0"/>
          </a:p>
          <a:p>
            <a:pPr eaLnBrk="1" hangingPunct="1"/>
            <a:r>
              <a:rPr lang="en-US" altLang="pt-BR" sz="2800" smtClean="0"/>
              <a:t>	Para fazer um processo mudar de estado  tem que haver um evento.</a:t>
            </a:r>
          </a:p>
          <a:p>
            <a:pPr eaLnBrk="1" hangingPunct="1"/>
            <a:endParaRPr lang="en-US" altLang="pt-BR" sz="2800" smtClean="0"/>
          </a:p>
          <a:p>
            <a:pPr eaLnBrk="1" hangingPunct="1"/>
            <a:r>
              <a:rPr lang="en-US" altLang="pt-BR" sz="2800" smtClean="0"/>
              <a:t>	Exitem  vários outros tipos de estado, ma por enquanto  vamos nos concentrar nos três mais importante na vida de um processo .</a:t>
            </a:r>
            <a:r>
              <a:rPr lang="en-US" altLang="pt-BR" sz="2800" i="1" smtClean="0"/>
              <a:t>	</a:t>
            </a:r>
            <a:endParaRPr lang="en-US" altLang="pt-BR" sz="28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Estados de um  processo</a:t>
            </a:r>
            <a:endParaRPr lang="pt-BR" sz="4000" u="sng">
              <a:solidFill>
                <a:srgbClr val="FFFF00"/>
              </a:solidFill>
            </a:endParaRPr>
          </a:p>
        </p:txBody>
      </p:sp>
      <p:sp>
        <p:nvSpPr>
          <p:cNvPr id="14339"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a:t>
            </a:r>
            <a:r>
              <a:rPr lang="en-US" altLang="pt-BR" sz="2800" smtClean="0">
                <a:solidFill>
                  <a:srgbClr val="FFFF00"/>
                </a:solidFill>
              </a:rPr>
              <a:t>Estado de execução-&gt;</a:t>
            </a:r>
            <a:r>
              <a:rPr lang="en-US" altLang="pt-BR" sz="2800" smtClean="0"/>
              <a:t> É quando um processo esta sendo executado por um processador.</a:t>
            </a:r>
          </a:p>
          <a:p>
            <a:pPr eaLnBrk="1" hangingPunct="1"/>
            <a:endParaRPr lang="en-US" altLang="pt-BR" sz="2800" smtClean="0"/>
          </a:p>
          <a:p>
            <a:pPr eaLnBrk="1" hangingPunct="1"/>
            <a:r>
              <a:rPr lang="en-US" altLang="pt-BR" sz="2800" smtClean="0"/>
              <a:t>	</a:t>
            </a:r>
            <a:r>
              <a:rPr lang="en-US" altLang="pt-BR" sz="2800" smtClean="0">
                <a:solidFill>
                  <a:srgbClr val="FFFF00"/>
                </a:solidFill>
              </a:rPr>
              <a:t>Estado de Pronto-&gt; </a:t>
            </a:r>
            <a:r>
              <a:rPr lang="en-US" altLang="pt-BR" sz="2800" smtClean="0"/>
              <a:t>É quando  poderia executar em um processador se houvesse algum disponível.</a:t>
            </a:r>
          </a:p>
          <a:p>
            <a:pPr eaLnBrk="1" hangingPunct="1"/>
            <a:r>
              <a:rPr lang="en-US" altLang="pt-BR" sz="2800" smtClean="0"/>
              <a:t>	</a:t>
            </a:r>
          </a:p>
          <a:p>
            <a:pPr eaLnBrk="1" hangingPunct="1"/>
            <a:r>
              <a:rPr lang="en-US" altLang="pt-BR" sz="2800" smtClean="0"/>
              <a:t>	</a:t>
            </a:r>
            <a:r>
              <a:rPr lang="en-US" altLang="pt-BR" sz="2800" smtClean="0">
                <a:solidFill>
                  <a:srgbClr val="FFFF00"/>
                </a:solidFill>
              </a:rPr>
              <a:t>Estado Bloqueado-&gt; </a:t>
            </a:r>
            <a:r>
              <a:rPr lang="en-US" altLang="pt-BR" sz="2800" smtClean="0"/>
              <a:t>É quando  se estiver esperando  que  algum evento aconteça( tal como um  evento de E/S, por  Exemplo).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sz="4000" u="sng" smtClean="0">
                <a:solidFill>
                  <a:srgbClr val="FFFF00"/>
                </a:solidFill>
              </a:rPr>
              <a:t>Estados de um  processo</a:t>
            </a:r>
            <a:endParaRPr lang="pt-BR" sz="4000" u="sng">
              <a:solidFill>
                <a:srgbClr val="FFFF00"/>
              </a:solidFill>
            </a:endParaRPr>
          </a:p>
        </p:txBody>
      </p:sp>
      <p:sp>
        <p:nvSpPr>
          <p:cNvPr id="15363"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Em um sistema uniprocessado apenas um processos pode ser executado por vez, mas varios outros processos podem estar  no estado de bloqueado ou pronto.</a:t>
            </a:r>
          </a:p>
          <a:p>
            <a:pPr eaLnBrk="1" hangingPunct="1"/>
            <a:r>
              <a:rPr lang="en-US" altLang="pt-BR" sz="2800" smtClean="0"/>
              <a:t>	</a:t>
            </a:r>
            <a:r>
              <a:rPr lang="en-US" altLang="pt-BR" sz="2800" smtClean="0">
                <a:solidFill>
                  <a:srgbClr val="FFFF00"/>
                </a:solidFill>
              </a:rPr>
              <a:t>Os  processos prontos</a:t>
            </a:r>
            <a:r>
              <a:rPr lang="en-US" altLang="pt-BR" sz="2800" smtClean="0"/>
              <a:t>  são organizados por ondem de prioridade, de modo que  o processo  seguinte a receber o processador será o primeiro  da lista ( o processo de alta prioriadade). </a:t>
            </a:r>
          </a:p>
          <a:p>
            <a:pPr eaLnBrk="1" hangingPunct="1"/>
            <a:r>
              <a:rPr lang="en-US" altLang="pt-BR" sz="2800" smtClean="0"/>
              <a:t>	</a:t>
            </a:r>
            <a:r>
              <a:rPr lang="en-US" altLang="pt-BR" sz="2800" smtClean="0">
                <a:solidFill>
                  <a:srgbClr val="FFFF00"/>
                </a:solidFill>
              </a:rPr>
              <a:t>A lista de processos bloqueados </a:t>
            </a:r>
            <a:r>
              <a:rPr lang="en-US" altLang="pt-BR" sz="2800" smtClean="0"/>
              <a:t>é tipicamente desordenada, os processos  não se tornam desbloqueados (ou prontos ), são  desbloqueados na ordem em que ocorrem os eventos pelos quais estão esperando.</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lang="pt-BR" sz="4000" u="sng" smtClean="0">
                <a:solidFill>
                  <a:srgbClr val="FFFF00"/>
                </a:solidFill>
              </a:rPr>
              <a:t>Questão </a:t>
            </a:r>
            <a:endParaRPr lang="pt-BR" sz="4000" u="sng">
              <a:solidFill>
                <a:srgbClr val="FFFF00"/>
              </a:solidFill>
            </a:endParaRPr>
          </a:p>
        </p:txBody>
      </p:sp>
      <p:sp>
        <p:nvSpPr>
          <p:cNvPr id="16387"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a:t>
            </a:r>
            <a:r>
              <a:rPr lang="en-US" altLang="pt-BR" sz="2800" smtClean="0">
                <a:solidFill>
                  <a:srgbClr val="FFFF00"/>
                </a:solidFill>
              </a:rPr>
              <a:t>1-</a:t>
            </a:r>
            <a:r>
              <a:rPr lang="en-US" altLang="pt-BR" sz="2800" smtClean="0"/>
              <a:t> Quantos processos podem ser executado ao mesmo tempo.?</a:t>
            </a:r>
          </a:p>
          <a:p>
            <a:pPr eaLnBrk="1" hangingPunct="1"/>
            <a:endParaRPr lang="en-US" altLang="pt-BR" sz="2800" smtClean="0"/>
          </a:p>
          <a:p>
            <a:pPr eaLnBrk="1" hangingPunct="1"/>
            <a:r>
              <a:rPr lang="en-US" altLang="pt-BR" sz="2800" smtClean="0"/>
              <a:t>	</a:t>
            </a:r>
            <a:r>
              <a:rPr lang="en-US" altLang="pt-BR" sz="2800" smtClean="0">
                <a:solidFill>
                  <a:srgbClr val="FFFF00"/>
                </a:solidFill>
              </a:rPr>
              <a:t>2-</a:t>
            </a:r>
            <a:r>
              <a:rPr lang="en-US" altLang="pt-BR" sz="2800" smtClean="0"/>
              <a:t> Um Processo entra no estado de bloqueado  quando está esperando que um evento ocorrá . Cite diversos  eventos  que podem fazer  um processo entrar em estado de bloqueado.</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1472" y="500042"/>
            <a:ext cx="7772400" cy="714380"/>
          </a:xfrm>
          <a:ln>
            <a:miter lim="800000"/>
            <a:headEnd/>
            <a:tailEnd/>
          </a:ln>
        </p:spPr>
        <p:txBody>
          <a:bodyPr/>
          <a:lstStyle/>
          <a:p>
            <a:pPr algn="ctr" eaLnBrk="1" fontAlgn="auto" hangingPunct="1">
              <a:spcAft>
                <a:spcPts val="0"/>
              </a:spcAft>
              <a:defRPr/>
            </a:pPr>
            <a:r>
              <a:rPr lang="pt-BR" sz="4000" u="sng" smtClean="0">
                <a:solidFill>
                  <a:srgbClr val="FFFF00"/>
                </a:solidFill>
              </a:rPr>
              <a:t>Respostas </a:t>
            </a:r>
            <a:endParaRPr lang="pt-BR" sz="4000" u="sng">
              <a:solidFill>
                <a:srgbClr val="FFFF00"/>
              </a:solidFill>
            </a:endParaRPr>
          </a:p>
        </p:txBody>
      </p:sp>
      <p:sp>
        <p:nvSpPr>
          <p:cNvPr id="17411" name="Espaço Reservado para Texto 2"/>
          <p:cNvSpPr>
            <a:spLocks noGrp="1"/>
          </p:cNvSpPr>
          <p:nvPr>
            <p:ph type="body" idx="1"/>
          </p:nvPr>
        </p:nvSpPr>
        <p:spPr>
          <a:xfrm>
            <a:off x="0" y="1571625"/>
            <a:ext cx="9144000" cy="5072063"/>
          </a:xfrm>
        </p:spPr>
        <p:txBody>
          <a:bodyPr/>
          <a:lstStyle/>
          <a:p>
            <a:pPr eaLnBrk="1" hangingPunct="1"/>
            <a:r>
              <a:rPr lang="en-US" altLang="pt-BR" sz="2800" smtClean="0"/>
              <a:t>	</a:t>
            </a:r>
            <a:r>
              <a:rPr lang="en-US" altLang="pt-BR" sz="2800" smtClean="0">
                <a:solidFill>
                  <a:srgbClr val="FFFF00"/>
                </a:solidFill>
              </a:rPr>
              <a:t>1-R: </a:t>
            </a:r>
            <a:r>
              <a:rPr lang="en-US" altLang="pt-BR" sz="2800" smtClean="0"/>
              <a:t>So pode ser executado um processo por vez, isso quer dizer um processo para cada processador.</a:t>
            </a:r>
          </a:p>
          <a:p>
            <a:pPr eaLnBrk="1" hangingPunct="1"/>
            <a:endParaRPr lang="en-US" altLang="pt-BR" sz="2800" smtClean="0"/>
          </a:p>
          <a:p>
            <a:pPr eaLnBrk="1" hangingPunct="1"/>
            <a:r>
              <a:rPr lang="en-US" altLang="pt-BR" sz="2800" smtClean="0"/>
              <a:t>	</a:t>
            </a:r>
            <a:r>
              <a:rPr lang="en-US" altLang="pt-BR" sz="2800" smtClean="0">
                <a:solidFill>
                  <a:srgbClr val="FFFF00"/>
                </a:solidFill>
              </a:rPr>
              <a:t>2-R:</a:t>
            </a:r>
            <a:r>
              <a:rPr lang="en-US" altLang="pt-BR" sz="2800" smtClean="0"/>
              <a:t>Um processo pode entrar em estado de bloqueado se emitir uma requisição de dados localizados em um dispositivo de latência alta, tal como um disco rígido, ou requisições  de um recurso que está alocado a um outro processoe indisponivel naquele momento(por exemplo, uma impressora ). Um processo também pode ficar bloqueado até que ocorra um evento, como  a utilização  de teclado ou a movimentação do mouse pelo usuário.</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xo">
  <a:themeElements>
    <a:clrScheme name="Flux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x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x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Override1.xml><?xml version="1.0" encoding="utf-8"?>
<a:themeOverride xmlns:a="http://schemas.openxmlformats.org/drawingml/2006/main">
  <a:clrScheme name="Flux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ux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714</TotalTime>
  <Words>817</Words>
  <Application>Microsoft Office PowerPoint</Application>
  <PresentationFormat>Apresentação na tela (4:3)</PresentationFormat>
  <Paragraphs>73</Paragraphs>
  <Slides>13</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13</vt:i4>
      </vt:variant>
    </vt:vector>
  </HeadingPairs>
  <TitlesOfParts>
    <vt:vector size="18" baseType="lpstr">
      <vt:lpstr>Arial</vt:lpstr>
      <vt:lpstr>Calibri</vt:lpstr>
      <vt:lpstr>Constantia</vt:lpstr>
      <vt:lpstr>Wingdings 2</vt:lpstr>
      <vt:lpstr>Fluxo</vt:lpstr>
      <vt:lpstr>Conceitos de Processos</vt:lpstr>
      <vt:lpstr>Definição de Processo</vt:lpstr>
      <vt:lpstr>Conceitos Fundamentais </vt:lpstr>
      <vt:lpstr>Conceitos Fundamentais </vt:lpstr>
      <vt:lpstr>Conceitos Fundamentais </vt:lpstr>
      <vt:lpstr>Questões</vt:lpstr>
      <vt:lpstr>Respostas</vt:lpstr>
      <vt:lpstr>Estados de Processos: Ciclo de vida de um processo</vt:lpstr>
      <vt:lpstr> Ciclo de vida de um processo</vt:lpstr>
      <vt:lpstr>Estados de um  processo</vt:lpstr>
      <vt:lpstr>Estados de um  processo</vt:lpstr>
      <vt:lpstr>Questão </vt:lpstr>
      <vt:lpstr>Respostas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Conceitos de Hardware e softwre</dc:title>
  <dc:creator>Note</dc:creator>
  <cp:lastModifiedBy>MORAIS</cp:lastModifiedBy>
  <cp:revision>67</cp:revision>
  <dcterms:created xsi:type="dcterms:W3CDTF">2008-02-18T12:08:48Z</dcterms:created>
  <dcterms:modified xsi:type="dcterms:W3CDTF">2022-03-25T00:17:34Z</dcterms:modified>
</cp:coreProperties>
</file>