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4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Arial Black" panose="020B0A04020102020204" pitchFamily="34" charset="0"/>
              </a:rPr>
              <a:t>Aula de </a:t>
            </a:r>
            <a:r>
              <a:rPr lang="en-US" b="1" dirty="0" err="1" smtClean="0">
                <a:latin typeface="Arial Black" panose="020B0A04020102020204" pitchFamily="34" charset="0"/>
              </a:rPr>
              <a:t>banco</a:t>
            </a:r>
            <a:r>
              <a:rPr lang="en-US" b="1" dirty="0" smtClean="0">
                <a:latin typeface="Arial Black" panose="020B0A04020102020204" pitchFamily="34" charset="0"/>
              </a:rPr>
              <a:t>: </a:t>
            </a:r>
            <a:r>
              <a:rPr lang="en-US" b="1" dirty="0"/>
              <a:t>SQL: Max, Min, </a:t>
            </a:r>
            <a:r>
              <a:rPr lang="en-US" b="1" dirty="0" err="1"/>
              <a:t>Avg</a:t>
            </a:r>
            <a:r>
              <a:rPr lang="en-US" b="1" dirty="0"/>
              <a:t>, Sum e Count</a:t>
            </a:r>
            <a:br>
              <a:rPr lang="en-US" b="1" dirty="0"/>
            </a:br>
            <a:r>
              <a:rPr lang="en-US" dirty="0" smtClean="0"/>
              <a:t> 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852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SQL: Max, Min, </a:t>
            </a:r>
            <a:r>
              <a:rPr lang="en-US" b="1" dirty="0" err="1"/>
              <a:t>Avg</a:t>
            </a:r>
            <a:r>
              <a:rPr lang="en-US" b="1" dirty="0"/>
              <a:t>, Sum e Count</a:t>
            </a:r>
            <a:br>
              <a:rPr lang="en-US" b="1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66661" y="1566250"/>
            <a:ext cx="10239470" cy="4997512"/>
          </a:xfrm>
        </p:spPr>
        <p:txBody>
          <a:bodyPr>
            <a:norm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As funções agregadas são compostas por MAX, MIN, AVG, SUM e COUNT e cada uma delas executa uma tarefa específica.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É possível utilizar as funções agregadoras em conjunto com o WHERE, lembrando que o 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resultado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mudará de acordo com as sentenças definidas pelo filtro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Para este exemplo, considere a estrutura de tabelas abaixo, onde temos uma tabela chamada produto (Tabela 1), responsável por armazenar todos os produtos do estoque do cliente, a tabela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categoria_produto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(Tabela 2), responsável por armazenar todas as categorias existentes no banco de dados, e a tabela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venda_produto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(Tabela 3), que relaciona os produtos que foram vendidos.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63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SQL: Max, Min, </a:t>
            </a:r>
            <a:r>
              <a:rPr lang="en-US" b="1" dirty="0" err="1"/>
              <a:t>Avg</a:t>
            </a:r>
            <a:r>
              <a:rPr lang="en-US" b="1" dirty="0"/>
              <a:t>, Sum e Count</a:t>
            </a:r>
            <a:br>
              <a:rPr lang="en-US" b="1" dirty="0"/>
            </a:b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3079" y="1520216"/>
            <a:ext cx="4113321" cy="3353939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691" y="1448554"/>
            <a:ext cx="3344854" cy="2160067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472" y="1264555"/>
            <a:ext cx="3246401" cy="435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57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SQL: Max, Min, </a:t>
            </a:r>
            <a:r>
              <a:rPr lang="en-US" b="1" dirty="0" err="1"/>
              <a:t>Avg</a:t>
            </a:r>
            <a:r>
              <a:rPr lang="en-US" b="1" dirty="0"/>
              <a:t>, Sum e Count</a:t>
            </a:r>
            <a:br>
              <a:rPr lang="en-US" b="1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66661" y="1566250"/>
            <a:ext cx="10239470" cy="4997512"/>
          </a:xfrm>
        </p:spPr>
        <p:txBody>
          <a:bodyPr>
            <a:norm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Suponhamos que seja necessário saber exatamente qual o maior preço entre todos os produtos cadastrados na tabela produto. Para isso, podemos utilizar a função MAX, conforme a query abaixo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</a:p>
          <a:p>
            <a:pPr marL="0" indent="0">
              <a:buNone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 MAX(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preco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) as MAIOR_PRECO</a:t>
            </a:r>
          </a:p>
          <a:p>
            <a:pPr marL="0" indent="0">
              <a:buNone/>
            </a:pP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FROM  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produto</a:t>
            </a:r>
          </a:p>
        </p:txBody>
      </p:sp>
    </p:spTree>
    <p:extLst>
      <p:ext uri="{BB962C8B-B14F-4D97-AF65-F5344CB8AC3E}">
        <p14:creationId xmlns:p14="http://schemas.microsoft.com/office/powerpoint/2010/main" val="326645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366358"/>
      </p:ext>
    </p:extLst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162</TotalTime>
  <Words>191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Century Gothic</vt:lpstr>
      <vt:lpstr>Wingdings 3</vt:lpstr>
      <vt:lpstr>Cacho</vt:lpstr>
      <vt:lpstr>Aula de banco: SQL: Max, Min, Avg, Sum e Count  </vt:lpstr>
      <vt:lpstr>SQL: Max, Min, Avg, Sum e Count </vt:lpstr>
      <vt:lpstr>SQL: Max, Min, Avg, Sum e Count </vt:lpstr>
      <vt:lpstr>SQL: Max, Min, Avg, Sum e Count 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de banco: SQL: Max, Min, Avg, Sum e Count</dc:title>
  <dc:creator>cliente</dc:creator>
  <cp:lastModifiedBy>cliente</cp:lastModifiedBy>
  <cp:revision>2</cp:revision>
  <dcterms:created xsi:type="dcterms:W3CDTF">2024-05-08T22:29:51Z</dcterms:created>
  <dcterms:modified xsi:type="dcterms:W3CDTF">2024-05-09T01:12:12Z</dcterms:modified>
</cp:coreProperties>
</file>