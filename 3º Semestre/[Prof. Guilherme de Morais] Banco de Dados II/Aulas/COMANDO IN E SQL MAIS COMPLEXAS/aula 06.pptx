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COMANDO IN  E SQL MAIS COMPLEXAS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 smtClean="0"/>
              <a:t>Prof</a:t>
            </a:r>
            <a:r>
              <a:rPr lang="pt-BR" dirty="0" smtClean="0"/>
              <a:t> Guilherme de Morais.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4767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3673" y="11088"/>
            <a:ext cx="6589199" cy="1280890"/>
          </a:xfrm>
        </p:spPr>
        <p:txBody>
          <a:bodyPr>
            <a:normAutofit fontScale="90000"/>
          </a:bodyPr>
          <a:lstStyle/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Operador In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340768"/>
            <a:ext cx="7620000" cy="5060032"/>
          </a:xfrm>
        </p:spPr>
        <p:txBody>
          <a:bodyPr/>
          <a:lstStyle/>
          <a:p>
            <a:r>
              <a:rPr lang="pt-BR" dirty="0" smtClean="0"/>
              <a:t>Pesquisa registros que estão contidos no conjunto de valores fornecidos.</a:t>
            </a:r>
          </a:p>
          <a:p>
            <a:r>
              <a:rPr lang="pt-BR" dirty="0" smtClean="0"/>
              <a:t>Ele substitui o operador OR.</a:t>
            </a:r>
          </a:p>
          <a:p>
            <a:pPr marL="114300" indent="0">
              <a:buNone/>
            </a:pPr>
            <a:endParaRPr lang="pt-BR" dirty="0"/>
          </a:p>
          <a:p>
            <a:pPr marL="114300" indent="0">
              <a:buNone/>
            </a:pPr>
            <a:r>
              <a:rPr lang="pt-BR" b="1" dirty="0" smtClean="0"/>
              <a:t>SELECT</a:t>
            </a:r>
            <a:r>
              <a:rPr lang="pt-BR" dirty="0" smtClean="0"/>
              <a:t> </a:t>
            </a:r>
            <a:r>
              <a:rPr lang="pt-BR" dirty="0" err="1" smtClean="0"/>
              <a:t>nome_cliente</a:t>
            </a:r>
            <a:r>
              <a:rPr lang="pt-BR" dirty="0" smtClean="0"/>
              <a:t>, uf</a:t>
            </a:r>
          </a:p>
          <a:p>
            <a:pPr marL="114300" indent="0">
              <a:buNone/>
            </a:pPr>
            <a:r>
              <a:rPr lang="pt-BR" b="1" dirty="0" smtClean="0"/>
              <a:t>FROM</a:t>
            </a:r>
            <a:r>
              <a:rPr lang="pt-BR" dirty="0" smtClean="0"/>
              <a:t> cliente</a:t>
            </a:r>
          </a:p>
          <a:p>
            <a:pPr marL="114300" indent="0">
              <a:buNone/>
            </a:pPr>
            <a:r>
              <a:rPr lang="pt-BR" b="1" dirty="0" smtClean="0"/>
              <a:t>WHERE</a:t>
            </a:r>
            <a:r>
              <a:rPr lang="pt-BR" dirty="0" smtClean="0"/>
              <a:t> uf </a:t>
            </a:r>
            <a:r>
              <a:rPr lang="pt-BR" b="1" dirty="0" smtClean="0"/>
              <a:t>IN</a:t>
            </a:r>
            <a:r>
              <a:rPr lang="pt-BR" dirty="0" smtClean="0"/>
              <a:t> ('SP', 'MG');</a:t>
            </a:r>
          </a:p>
          <a:p>
            <a:endParaRPr lang="pt-BR" dirty="0" smtClean="0"/>
          </a:p>
          <a:p>
            <a:pPr marL="114300" indent="0">
              <a:buNone/>
            </a:pPr>
            <a:r>
              <a:rPr lang="pt-BR" b="1" dirty="0" smtClean="0"/>
              <a:t>SELECT</a:t>
            </a:r>
            <a:r>
              <a:rPr lang="pt-BR" dirty="0" smtClean="0"/>
              <a:t> </a:t>
            </a:r>
            <a:r>
              <a:rPr lang="pt-BR" dirty="0" err="1" smtClean="0"/>
              <a:t>nome_cliente</a:t>
            </a:r>
            <a:r>
              <a:rPr lang="pt-BR" dirty="0" smtClean="0"/>
              <a:t>, uf</a:t>
            </a:r>
          </a:p>
          <a:p>
            <a:pPr marL="114300" indent="0">
              <a:buNone/>
            </a:pPr>
            <a:r>
              <a:rPr lang="pt-BR" b="1" dirty="0" smtClean="0"/>
              <a:t>FROM</a:t>
            </a:r>
            <a:r>
              <a:rPr lang="pt-BR" dirty="0" smtClean="0"/>
              <a:t> cliente</a:t>
            </a:r>
          </a:p>
          <a:p>
            <a:pPr marL="114300" indent="0">
              <a:buNone/>
            </a:pPr>
            <a:r>
              <a:rPr lang="pt-BR" b="1" dirty="0" smtClean="0"/>
              <a:t>WHERE</a:t>
            </a:r>
            <a:r>
              <a:rPr lang="pt-BR" dirty="0" smtClean="0"/>
              <a:t> uf </a:t>
            </a:r>
            <a:r>
              <a:rPr lang="pt-BR" b="1" dirty="0" smtClean="0"/>
              <a:t>NOT</a:t>
            </a:r>
            <a:r>
              <a:rPr lang="pt-BR" dirty="0" smtClean="0"/>
              <a:t> </a:t>
            </a:r>
            <a:r>
              <a:rPr lang="pt-BR" b="1" dirty="0" smtClean="0"/>
              <a:t>IN</a:t>
            </a:r>
            <a:r>
              <a:rPr lang="pt-BR" dirty="0" smtClean="0"/>
              <a:t> ('SP', 'MG');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116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 In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Listar os nomes e as faixas de comissão dos vendedores cuja a faixa de comissão seja ‘A’ ou ‘B’</a:t>
            </a:r>
          </a:p>
          <a:p>
            <a:pPr marL="114300" indent="0">
              <a:buNone/>
            </a:pPr>
            <a:r>
              <a:rPr lang="pt-BR" b="1" dirty="0" smtClean="0"/>
              <a:t>SELECT</a:t>
            </a:r>
            <a:r>
              <a:rPr lang="pt-BR" dirty="0" smtClean="0"/>
              <a:t> </a:t>
            </a:r>
            <a:r>
              <a:rPr lang="pt-BR" dirty="0" err="1" smtClean="0"/>
              <a:t>nome_vendedor</a:t>
            </a:r>
            <a:r>
              <a:rPr lang="pt-BR" dirty="0" smtClean="0"/>
              <a:t>, </a:t>
            </a:r>
            <a:r>
              <a:rPr lang="pt-BR" dirty="0" err="1" smtClean="0"/>
              <a:t>faixa_comissao</a:t>
            </a:r>
            <a:endParaRPr lang="pt-BR" dirty="0" smtClean="0"/>
          </a:p>
          <a:p>
            <a:pPr marL="114300" indent="0">
              <a:buNone/>
            </a:pPr>
            <a:r>
              <a:rPr lang="pt-BR" b="1" dirty="0" smtClean="0"/>
              <a:t>FROM</a:t>
            </a:r>
            <a:r>
              <a:rPr lang="pt-BR" dirty="0" smtClean="0"/>
              <a:t> vendedor</a:t>
            </a:r>
          </a:p>
          <a:p>
            <a:pPr marL="114300" indent="0">
              <a:buNone/>
            </a:pPr>
            <a:r>
              <a:rPr lang="pt-BR" b="1" dirty="0" smtClean="0"/>
              <a:t>WHERE</a:t>
            </a:r>
            <a:r>
              <a:rPr lang="pt-BR" dirty="0" smtClean="0"/>
              <a:t> </a:t>
            </a:r>
            <a:r>
              <a:rPr lang="pt-BR" dirty="0" err="1" smtClean="0"/>
              <a:t>faixa_comissao</a:t>
            </a:r>
            <a:r>
              <a:rPr lang="pt-BR" b="1" dirty="0" smtClean="0"/>
              <a:t> IN </a:t>
            </a:r>
            <a:r>
              <a:rPr lang="pt-BR" dirty="0" smtClean="0"/>
              <a:t>('A', 'B');</a:t>
            </a:r>
          </a:p>
          <a:p>
            <a:endParaRPr lang="pt-BR" dirty="0" smtClean="0"/>
          </a:p>
          <a:p>
            <a:r>
              <a:rPr lang="pt-BR" dirty="0" smtClean="0"/>
              <a:t>Encontre todos os dados dos produtos cuja unidade seja ‘M’ ou ‘G’ ou ‘L’ e o valor unitários seja menor ou igual a 1.05.</a:t>
            </a:r>
          </a:p>
          <a:p>
            <a:pPr marL="114300" indent="0">
              <a:buNone/>
            </a:pPr>
            <a:r>
              <a:rPr lang="pt-BR" b="1" dirty="0" smtClean="0"/>
              <a:t>SELECT</a:t>
            </a:r>
            <a:r>
              <a:rPr lang="pt-BR" dirty="0" smtClean="0"/>
              <a:t> </a:t>
            </a:r>
            <a:r>
              <a:rPr lang="pt-BR" dirty="0" err="1" smtClean="0"/>
              <a:t>codigo_produto</a:t>
            </a:r>
            <a:r>
              <a:rPr lang="pt-BR" dirty="0" smtClean="0"/>
              <a:t>, unidade, </a:t>
            </a:r>
            <a:r>
              <a:rPr lang="pt-BR" dirty="0" err="1" smtClean="0"/>
              <a:t>descricao</a:t>
            </a:r>
            <a:r>
              <a:rPr lang="pt-BR" dirty="0" smtClean="0"/>
              <a:t>, </a:t>
            </a:r>
            <a:r>
              <a:rPr lang="pt-BR" dirty="0" err="1" smtClean="0"/>
              <a:t>val_unit</a:t>
            </a:r>
            <a:endParaRPr lang="pt-BR" dirty="0" smtClean="0"/>
          </a:p>
          <a:p>
            <a:pPr marL="114300" indent="0">
              <a:buNone/>
            </a:pPr>
            <a:r>
              <a:rPr lang="pt-BR" b="1" dirty="0" smtClean="0"/>
              <a:t>FROM</a:t>
            </a:r>
            <a:r>
              <a:rPr lang="pt-BR" dirty="0" smtClean="0"/>
              <a:t> produto</a:t>
            </a:r>
          </a:p>
          <a:p>
            <a:pPr marL="114300" indent="0">
              <a:buNone/>
            </a:pPr>
            <a:r>
              <a:rPr lang="pt-BR" b="1" dirty="0" smtClean="0"/>
              <a:t>WHERE</a:t>
            </a:r>
            <a:r>
              <a:rPr lang="pt-BR" dirty="0" smtClean="0"/>
              <a:t> unidade</a:t>
            </a:r>
            <a:r>
              <a:rPr lang="pt-BR" b="1" dirty="0" smtClean="0"/>
              <a:t> IN </a:t>
            </a:r>
            <a:r>
              <a:rPr lang="pt-BR" dirty="0" smtClean="0"/>
              <a:t>('M', 'G', 'L')</a:t>
            </a:r>
          </a:p>
          <a:p>
            <a:pPr marL="114300" indent="0">
              <a:buNone/>
            </a:pPr>
            <a:r>
              <a:rPr lang="pt-BR" b="1" dirty="0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val_unit</a:t>
            </a:r>
            <a:r>
              <a:rPr lang="pt-BR" dirty="0" smtClean="0"/>
              <a:t> &lt;= 1.05;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442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sz="4000"/>
              <a:t>Comando Select – Mostrando dados de mais de uma tabela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pt-BR" sz="2800" dirty="0"/>
              <a:t>Através do comando </a:t>
            </a:r>
            <a:r>
              <a:rPr lang="pt-BR" sz="2800" i="1" dirty="0" err="1"/>
              <a:t>Select</a:t>
            </a:r>
            <a:r>
              <a:rPr lang="pt-BR" sz="2800" dirty="0"/>
              <a:t> podemos mostrar dados de uma ou mais tabelas, ou seja, podemos “juntar” dados de várias tabelas diferentes e mostrar como se fossem uma só.</a:t>
            </a:r>
          </a:p>
          <a:p>
            <a:pPr algn="just" eaLnBrk="1" hangingPunct="1">
              <a:lnSpc>
                <a:spcPct val="80000"/>
              </a:lnSpc>
            </a:pPr>
            <a:endParaRPr lang="pt-BR" sz="2800" dirty="0"/>
          </a:p>
          <a:p>
            <a:pPr algn="just" eaLnBrk="1" hangingPunct="1">
              <a:lnSpc>
                <a:spcPct val="80000"/>
              </a:lnSpc>
            </a:pPr>
            <a:r>
              <a:rPr lang="pt-BR" sz="2800" dirty="0"/>
              <a:t>A este processo se dá o nome de “</a:t>
            </a:r>
            <a:r>
              <a:rPr lang="pt-BR" sz="2800" dirty="0" err="1"/>
              <a:t>join</a:t>
            </a:r>
            <a:r>
              <a:rPr lang="pt-BR" sz="2800" dirty="0"/>
              <a:t> (junção)” , sendo que a tabelas que fazem parte desta junção tem que estar relacionadas entre si</a:t>
            </a:r>
          </a:p>
        </p:txBody>
      </p:sp>
      <p:sp>
        <p:nvSpPr>
          <p:cNvPr id="50180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0055226" y="5648326"/>
            <a:ext cx="549275" cy="396875"/>
          </a:xfrm>
          <a:prstGeom prst="bracketPair">
            <a:avLst>
              <a:gd name="adj" fmla="val 1794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fld id="{0C8C2329-B09D-42CB-853B-FD00D802610B}" type="slidenum">
              <a:rPr lang="pt-BR"/>
              <a:pPr lvl="1"/>
              <a:t>4</a:t>
            </a:fld>
            <a:endParaRPr lang="pt-B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44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44582" y="119013"/>
            <a:ext cx="9381361" cy="128089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10790" y="1828800"/>
            <a:ext cx="10215154" cy="3777622"/>
          </a:xfrm>
        </p:spPr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811383" y="3082834"/>
            <a:ext cx="2690948" cy="123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CLIENTES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8721634" y="2982685"/>
            <a:ext cx="2690948" cy="123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VEICULOS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Fluxograma: Decisão 5"/>
          <p:cNvSpPr/>
          <p:nvPr/>
        </p:nvSpPr>
        <p:spPr>
          <a:xfrm>
            <a:off x="5765074" y="3082834"/>
            <a:ext cx="2133600" cy="82448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POSSUI.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8" name="Conector reto 7"/>
          <p:cNvCxnSpPr>
            <a:stCxn id="4" idx="3"/>
            <a:endCxn id="6" idx="1"/>
          </p:cNvCxnSpPr>
          <p:nvPr/>
        </p:nvCxnSpPr>
        <p:spPr>
          <a:xfrm flipV="1">
            <a:off x="4502331" y="3495076"/>
            <a:ext cx="1262743" cy="206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7898674" y="3495076"/>
            <a:ext cx="822960" cy="105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7802880" y="2982685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1.N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4502331" y="3228777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1.1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6681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4" y="620713"/>
            <a:ext cx="8080375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 sz="4000"/>
              <a:t>Comando Select – Mostrando dados de mais de uma tabela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2566989"/>
            <a:ext cx="7835900" cy="42560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sz="3600" dirty="0" err="1"/>
              <a:t>Síntaxe</a:t>
            </a:r>
            <a:r>
              <a:rPr lang="pt-BR" sz="3600" dirty="0"/>
              <a:t>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000" i="1" dirty="0"/>
              <a:t>	</a:t>
            </a:r>
            <a:r>
              <a:rPr lang="pt-BR" sz="3200" b="1" i="1" dirty="0"/>
              <a:t>SELECT </a:t>
            </a:r>
            <a:r>
              <a:rPr lang="pt-BR" sz="3200" i="1" dirty="0"/>
              <a:t>Tabela1.Campo1, Tabela2.Campo2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3200" i="1" dirty="0"/>
              <a:t>	</a:t>
            </a:r>
            <a:r>
              <a:rPr lang="pt-BR" sz="3200" b="1" i="1" dirty="0"/>
              <a:t>FROM</a:t>
            </a:r>
            <a:r>
              <a:rPr lang="pt-BR" sz="3200" i="1" dirty="0"/>
              <a:t> Tabela1, Tabela2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3200" i="1" dirty="0"/>
              <a:t>	</a:t>
            </a:r>
            <a:r>
              <a:rPr lang="pt-BR" sz="3200" b="1" i="1" dirty="0"/>
              <a:t>WHERE </a:t>
            </a:r>
            <a:r>
              <a:rPr lang="pt-BR" sz="3200" i="1" dirty="0"/>
              <a:t>(Tabela1.CampoRelacionado1 = Tabela2.CampoRelacionado2</a:t>
            </a:r>
            <a:r>
              <a:rPr lang="pt-BR" sz="2000" i="1" dirty="0"/>
              <a:t>)</a:t>
            </a:r>
            <a:endParaRPr lang="pt-BR" sz="36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000" i="1" dirty="0"/>
              <a:t>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3600" i="1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400" i="1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000" i="1" dirty="0"/>
          </a:p>
        </p:txBody>
      </p:sp>
      <p:sp>
        <p:nvSpPr>
          <p:cNvPr id="51204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0055226" y="5648326"/>
            <a:ext cx="549275" cy="396875"/>
          </a:xfrm>
          <a:prstGeom prst="bracketPair">
            <a:avLst>
              <a:gd name="adj" fmla="val 1794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fld id="{2E1B9EBE-267B-4210-BC03-DE02835465BF}" type="slidenum">
              <a:rPr lang="pt-BR"/>
              <a:pPr lvl="1"/>
              <a:t>6</a:t>
            </a:fld>
            <a:endParaRPr lang="pt-B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34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9085" y="223516"/>
            <a:ext cx="8911687" cy="1280890"/>
          </a:xfrm>
        </p:spPr>
        <p:txBody>
          <a:bodyPr/>
          <a:lstStyle/>
          <a:p>
            <a:r>
              <a:rPr lang="pt-B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 Select – Mostrando dados de mais de uma tabela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40869" y="1863634"/>
            <a:ext cx="8915400" cy="3777622"/>
          </a:xfrm>
        </p:spPr>
        <p:txBody>
          <a:bodyPr/>
          <a:lstStyle/>
          <a:p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Selecione  o nome, cidade da tabela clientes e modelo e marca da tabela veículos a qual pertence.</a:t>
            </a:r>
          </a:p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clientes.nome,clientes.cidade,veiculos.modelo,veiculos.marca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clientes,veiculos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clientes.cpf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veiculos.cpf_cli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909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9085" y="223516"/>
            <a:ext cx="8911687" cy="1280890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Mostrando dados de mais de uma tabela - ordenando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40869" y="1863634"/>
            <a:ext cx="8915400" cy="3777622"/>
          </a:xfrm>
        </p:spPr>
        <p:txBody>
          <a:bodyPr/>
          <a:lstStyle/>
          <a:p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Selecione  o nome, cidade da tabela clientes e modelo e marca da tabela veículos a qual pertence.</a:t>
            </a:r>
          </a:p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clientes.nome,clientes.cidade,veiculos.modelo,veiculos.marca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clientes,veiculos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clientes.cpf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veiculos.cpf_cli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clientes.cidade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867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5223" y="188640"/>
            <a:ext cx="7973999" cy="128089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 para filtrar informações – cláusula </a:t>
            </a:r>
            <a:r>
              <a:rPr lang="pt-BR" sz="40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endParaRPr lang="pt-BR" sz="40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992313" y="1981201"/>
            <a:ext cx="7772400" cy="45434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Podemos filtrar informações através de mais de uma condição, usando a cláusula </a:t>
            </a:r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vista anteriormente.</a:t>
            </a:r>
          </a:p>
          <a:p>
            <a:pPr eaLnBrk="1" hangingPunct="1">
              <a:lnSpc>
                <a:spcPct val="80000"/>
              </a:lnSpc>
            </a:pP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isto usamos os operadores de condição listados a seguir:</a:t>
            </a:r>
          </a:p>
          <a:p>
            <a:pPr eaLnBrk="1" hangingPunct="1">
              <a:lnSpc>
                <a:spcPct val="80000"/>
              </a:lnSpc>
            </a:pPr>
            <a:r>
              <a:rPr lang="pt-BR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(E):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filtra quando duas ou mais condições forem verdadeiras</a:t>
            </a:r>
          </a:p>
          <a:p>
            <a:pPr eaLnBrk="1" hangingPunct="1">
              <a:lnSpc>
                <a:spcPct val="80000"/>
              </a:lnSpc>
            </a:pPr>
            <a:r>
              <a:rPr lang="pt-BR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(OU):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filtra quando uma as condições forem verdadeiras</a:t>
            </a:r>
          </a:p>
          <a:p>
            <a:pPr eaLnBrk="1" hangingPunct="1">
              <a:lnSpc>
                <a:spcPct val="80000"/>
              </a:lnSpc>
            </a:pPr>
            <a:r>
              <a:rPr lang="pt-BR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(NÃO):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nega, ou seja, inverte o valor da condição.</a:t>
            </a:r>
          </a:p>
        </p:txBody>
      </p:sp>
      <p:sp>
        <p:nvSpPr>
          <p:cNvPr id="5427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0055226" y="5648326"/>
            <a:ext cx="549275" cy="396875"/>
          </a:xfrm>
          <a:prstGeom prst="bracketPair">
            <a:avLst>
              <a:gd name="adj" fmla="val 1794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fld id="{42149BC3-5B77-4800-AABA-8A467371F660}" type="slidenum">
              <a:rPr lang="pt-BR"/>
              <a:pPr lvl="1"/>
              <a:t>9</a:t>
            </a:fld>
            <a:endParaRPr lang="pt-B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9085" y="223516"/>
            <a:ext cx="8911687" cy="1280890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Mostrando dados de mais de uma tabela – </a:t>
            </a:r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filtrando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40869" y="1863634"/>
            <a:ext cx="8915400" cy="3777622"/>
          </a:xfrm>
        </p:spPr>
        <p:txBody>
          <a:bodyPr/>
          <a:lstStyle/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clientes.nome,clientes.cidade,veiculos.modelo,veiculos.marca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clientes,veiculos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clientes.cpf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veiculos.cpf_cli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clientes.estado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'SP')</a:t>
            </a:r>
          </a:p>
        </p:txBody>
      </p:sp>
    </p:spTree>
    <p:extLst>
      <p:ext uri="{BB962C8B-B14F-4D97-AF65-F5344CB8AC3E}">
        <p14:creationId xmlns:p14="http://schemas.microsoft.com/office/powerpoint/2010/main" val="431554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9085" y="223516"/>
            <a:ext cx="8911687" cy="1280890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Mostrando dados de mais de uma tabela – filtrando e ordenando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40869" y="1863634"/>
            <a:ext cx="8915400" cy="3777622"/>
          </a:xfrm>
        </p:spPr>
        <p:txBody>
          <a:bodyPr/>
          <a:lstStyle/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clientes.nome,clientes.cidade,veiculos.modelo,veiculos.marca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clientes,veiculos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clientes.cpf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veiculos.cpf_cli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clientes.estado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'SP')</a:t>
            </a: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clientes.cidade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2336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9085" y="223516"/>
            <a:ext cx="8911687" cy="1280890"/>
          </a:xfrm>
        </p:spPr>
        <p:txBody>
          <a:bodyPr/>
          <a:lstStyle/>
          <a:p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Exercícios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11086" y="992777"/>
            <a:ext cx="10415451" cy="5695406"/>
          </a:xfrm>
        </p:spPr>
        <p:txBody>
          <a:bodyPr/>
          <a:lstStyle/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Selecione todos os nome e </a:t>
            </a:r>
            <a:r>
              <a:rPr lang="pt-BR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cpf</a:t>
            </a:r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da tabela cliente e marca e modelo  cujo o modelo for igual a Toyota.</a:t>
            </a:r>
          </a:p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Seleciona do veículos  chassi, placa, modelo e marcar e da tabela clientes nome e </a:t>
            </a:r>
            <a:r>
              <a:rPr lang="pt-BR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cpf</a:t>
            </a:r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cujo os clientes que residem em estado diferente de  São Paulo.</a:t>
            </a:r>
          </a:p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  Selecione todos os veículos da marcar Toyota e VW. Usando o comando in.</a:t>
            </a:r>
          </a:p>
        </p:txBody>
      </p:sp>
    </p:spTree>
    <p:extLst>
      <p:ext uri="{BB962C8B-B14F-4D97-AF65-F5344CB8AC3E}">
        <p14:creationId xmlns:p14="http://schemas.microsoft.com/office/powerpoint/2010/main" val="4258205897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377</TotalTime>
  <Words>557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Times New Roman</vt:lpstr>
      <vt:lpstr>Wingdings</vt:lpstr>
      <vt:lpstr>Wingdings 3</vt:lpstr>
      <vt:lpstr>Cacho</vt:lpstr>
      <vt:lpstr>COMANDO IN  E SQL MAIS COMPLEXAS</vt:lpstr>
      <vt:lpstr> Operador In </vt:lpstr>
      <vt:lpstr>Operador In</vt:lpstr>
      <vt:lpstr>Comando Select – Mostrando dados de mais de uma tabela</vt:lpstr>
      <vt:lpstr>Apresentação do PowerPoint</vt:lpstr>
      <vt:lpstr>Comando Select – Mostrando dados de mais de uma tabela</vt:lpstr>
      <vt:lpstr>Comando Select – Mostrando dados de mais de uma tabela</vt:lpstr>
      <vt:lpstr>Mostrando dados de mais de uma tabela - ordenando</vt:lpstr>
      <vt:lpstr>Operadores para filtrar informações – cláusula Where</vt:lpstr>
      <vt:lpstr>Mostrando dados de mais de uma tabela – filtrando</vt:lpstr>
      <vt:lpstr>Mostrando dados de mais de uma tabela – filtrando e ordenando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COMANDO IN  E SQL MAIS COMPLEXAS</dc:title>
  <dc:creator>MORAIS</dc:creator>
  <cp:lastModifiedBy>MORAIS</cp:lastModifiedBy>
  <cp:revision>8</cp:revision>
  <dcterms:created xsi:type="dcterms:W3CDTF">2020-05-21T16:26:18Z</dcterms:created>
  <dcterms:modified xsi:type="dcterms:W3CDTF">2020-05-21T22:45:12Z</dcterms:modified>
</cp:coreProperties>
</file>