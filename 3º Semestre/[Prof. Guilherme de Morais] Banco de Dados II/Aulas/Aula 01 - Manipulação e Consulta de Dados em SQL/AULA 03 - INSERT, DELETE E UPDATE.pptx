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INSERT, DELETE E UPDATE</a:t>
            </a:r>
            <a:endParaRPr lang="pt-BR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 GUILHERME  DE MORAIS</a:t>
            </a:r>
            <a:endParaRPr 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058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16183" y="374470"/>
            <a:ext cx="9518468" cy="957942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Comandos básicos em SQL - INSERT, UPDATE, 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pt-BR" b="1" dirty="0"/>
              <a:t/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33006" y="1637211"/>
            <a:ext cx="9901645" cy="4274011"/>
          </a:xfrm>
        </p:spPr>
        <p:txBody>
          <a:bodyPr>
            <a:normAutofit/>
          </a:bodyPr>
          <a:lstStyle/>
          <a:p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comando para inclusão no banco de dados é o 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que possui a seguinte </a:t>
            </a:r>
            <a:r>
              <a:rPr lang="pt-BR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estrutura: </a:t>
            </a:r>
          </a:p>
          <a:p>
            <a:pPr lvl="1"/>
            <a:r>
              <a:rPr lang="pt-B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INTO </a:t>
            </a:r>
            <a:r>
              <a:rPr lang="pt-BR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nome_tabela</a:t>
            </a:r>
            <a:r>
              <a:rPr lang="pt-B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(lista-de-campos</a:t>
            </a:r>
            <a:r>
              <a:rPr lang="pt-BR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pt-BR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pt-BR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VALUES </a:t>
            </a:r>
            <a:r>
              <a:rPr lang="pt-B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lista_dados</a:t>
            </a:r>
            <a:r>
              <a:rPr lang="pt-BR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lvl="1" indent="0">
              <a:buNone/>
            </a:pPr>
            <a:r>
              <a:rPr lang="pt-B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marL="457200" lvl="1" indent="0">
              <a:buNone/>
            </a:pPr>
            <a:r>
              <a:rPr lang="pt-BR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OU </a:t>
            </a:r>
          </a:p>
          <a:p>
            <a:pPr marL="457200" lvl="1" indent="0">
              <a:buNone/>
            </a:pPr>
            <a:endParaRPr lang="pt-BR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pt-B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INTO </a:t>
            </a:r>
            <a:r>
              <a:rPr lang="pt-BR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nome_tabela</a:t>
            </a:r>
            <a:r>
              <a:rPr lang="pt-B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pt-BR" sz="18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pt-BR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 </a:t>
            </a:r>
            <a:r>
              <a:rPr lang="pt-B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lista_dados</a:t>
            </a:r>
            <a:r>
              <a:rPr lang="pt-B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lvl="1" indent="0">
              <a:buNone/>
            </a:pPr>
            <a:endParaRPr lang="pt-BR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200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16183" y="374470"/>
            <a:ext cx="9518468" cy="957942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Comandos básicos em SQL - INSERT, UPDATE, 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33006" y="1637211"/>
            <a:ext cx="9901645" cy="4274011"/>
          </a:xfrm>
        </p:spPr>
        <p:txBody>
          <a:bodyPr>
            <a:normAutofit/>
          </a:bodyPr>
          <a:lstStyle/>
          <a:p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Nome_tabela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nome da tabela no qual será inserido os dados.</a:t>
            </a:r>
          </a:p>
          <a:p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Lista-de-campos: nome das colunas que receberão os valores.</a:t>
            </a:r>
          </a:p>
          <a:p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Lista-dados: valores que serão inseridos na tabela. Estes campos devem estar na mesma ordem descrita em lista-de-campos, todos separados por vírgula.</a:t>
            </a:r>
            <a:endParaRPr lang="pt-BR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723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16183" y="374470"/>
            <a:ext cx="9518468" cy="957942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Comandos básicos em SQL - INSERT, UPDATE, 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pt-BR" b="1" dirty="0"/>
              <a:t/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33006" y="1637211"/>
            <a:ext cx="9901645" cy="5120640"/>
          </a:xfrm>
        </p:spPr>
        <p:txBody>
          <a:bodyPr>
            <a:normAutofit/>
          </a:bodyPr>
          <a:lstStyle/>
          <a:p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pt-BR" sz="1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funcionário (</a:t>
            </a:r>
            <a:endParaRPr lang="pt-BR" sz="1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cpf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 NULL,</a:t>
            </a:r>
          </a:p>
          <a:p>
            <a:pPr marL="0" indent="0">
              <a:buNone/>
            </a:pP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nome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varying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(50),</a:t>
            </a:r>
          </a:p>
          <a:p>
            <a:pPr marL="0" indent="0">
              <a:buNone/>
            </a:pP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funcao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varying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(20),</a:t>
            </a:r>
          </a:p>
          <a:p>
            <a:pPr marL="0" indent="0">
              <a:buNone/>
            </a:pP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data_nasc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date,</a:t>
            </a:r>
          </a:p>
          <a:p>
            <a:pPr marL="0" indent="0">
              <a:buNone/>
            </a:pP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CONSTRAINT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pk_fun_cpf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PRIMARY KEY (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cpf</a:t>
            </a:r>
            <a:r>
              <a:rPr lang="pt-BR" sz="1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</a:p>
          <a:p>
            <a:pPr marL="0" indent="0">
              <a:buNone/>
            </a:pPr>
            <a:endParaRPr lang="pt-BR" sz="1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INTO FUNCIONARIO ( CPF,NOME, FUNCAO, DATA_NASC</a:t>
            </a:r>
            <a:r>
              <a:rPr lang="pt-BR" sz="1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pt-BR" sz="1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 (2, 'SEBASTIAO', 'PROFESSOR', '03/03/2020</a:t>
            </a:r>
            <a:r>
              <a:rPr lang="pt-BR" sz="1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');</a:t>
            </a:r>
          </a:p>
          <a:p>
            <a:pPr marL="0" indent="0">
              <a:buNone/>
            </a:pPr>
            <a:endParaRPr lang="pt-BR" sz="1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INTO </a:t>
            </a:r>
            <a:r>
              <a:rPr lang="pt-BR" sz="1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FUNCIONARIO</a:t>
            </a:r>
          </a:p>
          <a:p>
            <a:pPr marL="0" indent="0">
              <a:buNone/>
            </a:pPr>
            <a:r>
              <a:rPr lang="pt-BR" sz="1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 (3, 'PEDRO', 'SECRETARIO', '20/08/1963')</a:t>
            </a:r>
          </a:p>
          <a:p>
            <a:endParaRPr lang="pt-BR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o Explicativo 2 3"/>
          <p:cNvSpPr/>
          <p:nvPr/>
        </p:nvSpPr>
        <p:spPr>
          <a:xfrm>
            <a:off x="8699863" y="4911634"/>
            <a:ext cx="3492137" cy="1946366"/>
          </a:xfrm>
          <a:prstGeom prst="borderCallout2">
            <a:avLst>
              <a:gd name="adj1" fmla="val 32173"/>
              <a:gd name="adj2" fmla="val 146"/>
              <a:gd name="adj3" fmla="val 55439"/>
              <a:gd name="adj4" fmla="val -12677"/>
              <a:gd name="adj5" fmla="val 62843"/>
              <a:gd name="adj6" fmla="val -33923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dirty="0"/>
              <a:t>Na segunda opção foi omitida a declaração dos campos. Essa sintaxe funciona somente se for repassado valores para todas as colunas.</a:t>
            </a:r>
          </a:p>
        </p:txBody>
      </p:sp>
    </p:spTree>
    <p:extLst>
      <p:ext uri="{BB962C8B-B14F-4D97-AF65-F5344CB8AC3E}">
        <p14:creationId xmlns:p14="http://schemas.microsoft.com/office/powerpoint/2010/main" val="313237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16183" y="374470"/>
            <a:ext cx="9518468" cy="957942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Comandos básicos em SQL - INSERT, UPDATE, 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pt-BR" b="1" dirty="0"/>
              <a:t/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33006" y="1637211"/>
            <a:ext cx="9901645" cy="5120640"/>
          </a:xfrm>
        </p:spPr>
        <p:txBody>
          <a:bodyPr>
            <a:normAutofit/>
          </a:bodyPr>
          <a:lstStyle/>
          <a:p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pt-BR" sz="1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FUNCIONARIO (</a:t>
            </a:r>
            <a:endParaRPr lang="pt-BR" sz="1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cpf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 NULL,</a:t>
            </a:r>
          </a:p>
          <a:p>
            <a:pPr marL="0" indent="0">
              <a:buNone/>
            </a:pP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nome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varying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(50),</a:t>
            </a:r>
          </a:p>
          <a:p>
            <a:pPr marL="0" indent="0">
              <a:buNone/>
            </a:pP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funcao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varying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(20),</a:t>
            </a:r>
          </a:p>
          <a:p>
            <a:pPr marL="0" indent="0">
              <a:buNone/>
            </a:pP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data_nasc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date,</a:t>
            </a:r>
          </a:p>
          <a:p>
            <a:pPr marL="0" indent="0">
              <a:buNone/>
            </a:pP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CONSTRAINT 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pk_fun_cpf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PRIMARY KEY (</a:t>
            </a:r>
            <a:r>
              <a:rPr lang="pt-BR" sz="1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cpf</a:t>
            </a:r>
            <a:r>
              <a:rPr lang="pt-BR" sz="1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</a:p>
          <a:p>
            <a:pPr marL="0" indent="0">
              <a:buNone/>
            </a:pP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INTO FUNCIONARIO ( CPF,NOME, DATA_NASC</a:t>
            </a:r>
            <a:r>
              <a:rPr lang="pt-BR" sz="1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pt-BR" sz="1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 (4, 'RAUL',  '08/03/2020');</a:t>
            </a:r>
          </a:p>
          <a:p>
            <a:pPr marL="0" indent="0">
              <a:buNone/>
            </a:pP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INTO FUNCIONARIO ( CPF,NOME, FUNCAO, DATA_NASC) </a:t>
            </a:r>
            <a:endParaRPr lang="pt-BR" sz="19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1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 </a:t>
            </a:r>
            <a:r>
              <a:rPr lang="pt-BR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(5, 'MARIA', '', '03/03/2020');</a:t>
            </a:r>
          </a:p>
          <a:p>
            <a:endParaRPr lang="pt-BR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608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16183" y="374470"/>
            <a:ext cx="9518468" cy="957942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Comandos básicos em SQL - INSERT, UPDATE, 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pt-BR" b="1" dirty="0"/>
              <a:t/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33006" y="1637211"/>
            <a:ext cx="9901645" cy="5120640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tx1"/>
                </a:solidFill>
              </a:rPr>
              <a:t>Atualizando dados: UPDATE SQL</a:t>
            </a:r>
          </a:p>
          <a:p>
            <a:r>
              <a:rPr lang="pt-BR" dirty="0">
                <a:solidFill>
                  <a:schemeClr val="tx1"/>
                </a:solidFill>
              </a:rPr>
              <a:t>O comando para atualizar registros é </a:t>
            </a:r>
            <a:r>
              <a:rPr lang="pt-BR" b="1" dirty="0">
                <a:solidFill>
                  <a:schemeClr val="tx1"/>
                </a:solidFill>
              </a:rPr>
              <a:t>UPDATE</a:t>
            </a:r>
            <a:r>
              <a:rPr lang="pt-BR" dirty="0">
                <a:solidFill>
                  <a:schemeClr val="tx1"/>
                </a:solidFill>
              </a:rPr>
              <a:t>, que tem a seguinte sintaxe</a:t>
            </a:r>
            <a:r>
              <a:rPr lang="pt-BR" dirty="0" smtClean="0"/>
              <a:t>: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nome_tabela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CAMPO = "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novo_valor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CONDIÇÃO</a:t>
            </a:r>
          </a:p>
          <a:p>
            <a:pPr marL="0" indent="0">
              <a:buNone/>
            </a:pP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Nome_tabela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nome da tabela que será modificada</a:t>
            </a:r>
          </a:p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Campo: campo que terá seu valor alterado</a:t>
            </a:r>
          </a:p>
          <a:p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Novo_valor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valor que substituirá o antigo dado cadastrado em campo</a:t>
            </a:r>
          </a:p>
          <a:p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Se não for informado, a tabela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será atualizada</a:t>
            </a:r>
          </a:p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Condição: regra que impõe condição para execução do comando</a:t>
            </a:r>
          </a:p>
          <a:p>
            <a:endParaRPr lang="pt-BR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01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16183" y="374470"/>
            <a:ext cx="9518468" cy="957942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Comandos básicos em SQL - INSERT, UPDATE, 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pt-BR" b="1" dirty="0"/>
              <a:t/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33006" y="1637211"/>
            <a:ext cx="9901645" cy="5120640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tx1"/>
                </a:solidFill>
              </a:rPr>
              <a:t>Atualizando dados: UPDATE SQL</a:t>
            </a:r>
          </a:p>
          <a:p>
            <a:r>
              <a:rPr lang="pt-BR" dirty="0">
                <a:solidFill>
                  <a:schemeClr val="tx1"/>
                </a:solidFill>
              </a:rPr>
              <a:t>O comando para atualizar registros é </a:t>
            </a:r>
            <a:r>
              <a:rPr lang="pt-BR" b="1" dirty="0">
                <a:solidFill>
                  <a:schemeClr val="tx1"/>
                </a:solidFill>
              </a:rPr>
              <a:t>UPDATE</a:t>
            </a:r>
            <a:r>
              <a:rPr lang="pt-BR" dirty="0">
                <a:solidFill>
                  <a:schemeClr val="tx1"/>
                </a:solidFill>
              </a:rPr>
              <a:t>, que tem a seguinte sintaxe</a:t>
            </a:r>
            <a:r>
              <a:rPr lang="pt-BR" dirty="0" smtClean="0"/>
              <a:t>: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nome_tabela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CAMPO = "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novo_valor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buNone/>
            </a:pPr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CONDIÇÃO</a:t>
            </a:r>
          </a:p>
          <a:p>
            <a:pPr marL="0" indent="0">
              <a:buNone/>
            </a:pP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FUNCIONARIOS</a:t>
            </a:r>
            <a:endParaRPr 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FUNCAO= 'DIRETOR'</a:t>
            </a:r>
          </a:p>
          <a:p>
            <a:pPr marL="0" indent="0">
              <a:buNone/>
            </a:pPr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CPF = 4;</a:t>
            </a:r>
          </a:p>
        </p:txBody>
      </p:sp>
    </p:spTree>
    <p:extLst>
      <p:ext uri="{BB962C8B-B14F-4D97-AF65-F5344CB8AC3E}">
        <p14:creationId xmlns:p14="http://schemas.microsoft.com/office/powerpoint/2010/main" val="3054189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16183" y="374470"/>
            <a:ext cx="9518468" cy="957942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Comandos básicos em SQL - INSERT, UPDATE, 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pt-BR" b="1" dirty="0"/>
              <a:t/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33006" y="1637211"/>
            <a:ext cx="9901645" cy="5120640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Removendo dados: DELETE </a:t>
            </a:r>
            <a:r>
              <a:rPr lang="pt-BR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SQL.</a:t>
            </a:r>
            <a:endParaRPr lang="pt-BR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comando utilizado para apagar dados é o DELETE</a:t>
            </a:r>
            <a:r>
              <a:rPr lang="pt-B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 FROM </a:t>
            </a:r>
            <a:r>
              <a:rPr lang="pt-BR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nome_tabela</a:t>
            </a:r>
            <a:endParaRPr 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condição</a:t>
            </a:r>
          </a:p>
          <a:p>
            <a:pPr marL="0" indent="0">
              <a:buNone/>
            </a:pPr>
            <a:endParaRPr 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Nome_tabela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nome da tabela que será modificada</a:t>
            </a:r>
          </a:p>
          <a:p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cláusula que impõe uma condição sobre a execução do comando</a:t>
            </a:r>
          </a:p>
          <a:p>
            <a:pPr marL="0" indent="0">
              <a:buNone/>
            </a:pPr>
            <a:endParaRPr 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095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16183" y="374470"/>
            <a:ext cx="9518468" cy="957942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Comandos básicos em SQL - INSERT, UPDATE, 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pt-BR" b="1" dirty="0"/>
              <a:t/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33006" y="1637211"/>
            <a:ext cx="9901645" cy="5120640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Removendo dados: DELETE </a:t>
            </a:r>
            <a:r>
              <a:rPr lang="pt-BR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SQL.</a:t>
            </a:r>
            <a:endParaRPr lang="pt-BR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comando utilizado para apagar dados é o DELETE</a:t>
            </a:r>
            <a:r>
              <a:rPr lang="pt-B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 FROM </a:t>
            </a:r>
            <a:r>
              <a:rPr lang="pt-BR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nome_tabela</a:t>
            </a:r>
            <a:endParaRPr 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condição</a:t>
            </a:r>
          </a:p>
          <a:p>
            <a:pPr marL="0" indent="0">
              <a:buNone/>
            </a:pPr>
            <a:endParaRPr 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 FROM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FUNCIONARIOS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CPF =5;</a:t>
            </a:r>
            <a:endParaRPr 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667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9156693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58</TotalTime>
  <Words>396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Cacho</vt:lpstr>
      <vt:lpstr>INSERT, DELETE E UPDATE</vt:lpstr>
      <vt:lpstr>Comandos básicos em SQL - INSERT, UPDATE, DELETE </vt:lpstr>
      <vt:lpstr>Comandos básicos em SQL - INSERT, UPDATE, DELETE</vt:lpstr>
      <vt:lpstr>Comandos básicos em SQL - INSERT, UPDATE, DELETE </vt:lpstr>
      <vt:lpstr>Comandos básicos em SQL - INSERT, UPDATE, DELETE </vt:lpstr>
      <vt:lpstr>Comandos básicos em SQL - INSERT, UPDATE, DELETE </vt:lpstr>
      <vt:lpstr>Comandos básicos em SQL - INSERT, UPDATE, DELETE </vt:lpstr>
      <vt:lpstr>Comandos básicos em SQL - INSERT, UPDATE, DELETE </vt:lpstr>
      <vt:lpstr>Comandos básicos em SQL - INSERT, UPDATE, DELETE 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INSERT, DELETE E UPDATE</dc:title>
  <dc:creator>MORAIS</dc:creator>
  <cp:lastModifiedBy>cliente</cp:lastModifiedBy>
  <cp:revision>4</cp:revision>
  <dcterms:created xsi:type="dcterms:W3CDTF">2020-03-04T18:28:17Z</dcterms:created>
  <dcterms:modified xsi:type="dcterms:W3CDTF">2024-03-06T22:32:50Z</dcterms:modified>
</cp:coreProperties>
</file>