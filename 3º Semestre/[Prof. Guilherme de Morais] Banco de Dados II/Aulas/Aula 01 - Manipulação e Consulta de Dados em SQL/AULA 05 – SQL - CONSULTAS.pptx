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AULA 05 – SQL - CONSULTAS</a:t>
            </a:r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>
                <a:solidFill>
                  <a:schemeClr val="tx1"/>
                </a:solidFill>
              </a:rPr>
              <a:t>PROF- GUILHERME DE MORAIS.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309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LIKE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8766" y="1733006"/>
            <a:ext cx="9405846" cy="4178216"/>
          </a:xfrm>
        </p:spPr>
        <p:txBody>
          <a:bodyPr>
            <a:normAutofit/>
          </a:bodyPr>
          <a:lstStyle/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Operador utilizado para comparação de strings, ou seja, compara sequência de caracteres.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Utilizado depois da cláusula WHERE.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Funciona como uma condição.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Sintaxe básica:</a:t>
            </a:r>
          </a:p>
          <a:p>
            <a:pPr marL="0" indent="0"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Where coluna </a:t>
            </a:r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‘StringAserComparada’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941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LIKE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7292" y="1532708"/>
            <a:ext cx="8915400" cy="3777622"/>
          </a:xfrm>
        </p:spPr>
        <p:txBody>
          <a:bodyPr>
            <a:noAutofit/>
          </a:bodyPr>
          <a:lstStyle/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Dentro das aspas simples na frente do operador LIKE, podemos usar:</a:t>
            </a:r>
          </a:p>
          <a:p>
            <a:pPr lvl="1"/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significa qualquer sequência de 0 ou mais caracteres;</a:t>
            </a:r>
          </a:p>
          <a:p>
            <a:pPr lvl="1"/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_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significa qualquer caratere.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Exemplo:</a:t>
            </a:r>
          </a:p>
          <a:p>
            <a:pPr marL="457200" lvl="1" indent="0"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	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nome LIKE </a:t>
            </a:r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‘A_%S’</a:t>
            </a:r>
          </a:p>
          <a:p>
            <a:pPr marL="457200" lvl="1" indent="0">
              <a:buNone/>
            </a:pP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Significa que a string a ser comparada deve possuir a primeira letra </a:t>
            </a:r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A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, qualquer letra (_) na segunda posição e terminar com um </a:t>
            </a:r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S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. Não importa o que vem antes do S e depois da segunda letra (%).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91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LIKE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Exemplo1: selecione todos os empregados que possuem a letra A como a primeira letra.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* from </a:t>
            </a:r>
            <a:r>
              <a:rPr lang="en-US" sz="24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empregado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WHERE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pnome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LIKE 'A</a:t>
            </a:r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%‘</a:t>
            </a:r>
          </a:p>
          <a:p>
            <a:pPr marL="514350" indent="-457200"/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Exemplo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2: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Selecione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o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nome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e cargo de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todos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os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empregados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possuem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uma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letra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‘a’ no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nome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lvl="1" indent="0">
              <a:buNone/>
            </a:pPr>
            <a:r>
              <a:rPr lang="pt-B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pnome, cargo FROM </a:t>
            </a:r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empregado</a:t>
            </a:r>
            <a:endParaRPr lang="pt-B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pt-BR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WHERE pnome LIKE '%a%'</a:t>
            </a:r>
          </a:p>
        </p:txBody>
      </p:sp>
    </p:spTree>
    <p:extLst>
      <p:ext uri="{BB962C8B-B14F-4D97-AF65-F5344CB8AC3E}">
        <p14:creationId xmlns:p14="http://schemas.microsoft.com/office/powerpoint/2010/main" val="2048028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LIKE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 operador LIKE é case sensitive, ou seja, diferencia letras maiúsculas de minúsculas.</a:t>
            </a:r>
          </a:p>
          <a:p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Caso não desejarmos diferenciar maiúsculas e minúsculas, utilizamos o operador ILIKE.</a:t>
            </a:r>
          </a:p>
          <a:p>
            <a:pPr lvl="1"/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Exemplo: Repita a consulta do exemplo 2, utilizando ILIKE e veja a diferença</a:t>
            </a:r>
            <a:endParaRPr lang="pt-B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510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 Agregadas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São funções que contam o número de registro de uma tabelas.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São muito usadas com o comonado </a:t>
            </a:r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BY</a:t>
            </a:r>
          </a:p>
          <a:p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Não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podem ser utilizadas na cláusula </a:t>
            </a:r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Devem ser utilizadas entre o </a:t>
            </a:r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e o </a:t>
            </a:r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Em um </a:t>
            </a:r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que utiliza funções agregadas, todas as </a:t>
            </a:r>
            <a:r>
              <a:rPr lang="pt-BR" sz="2400" i="1" dirty="0" smtClean="0">
                <a:latin typeface="Arial" panose="020B0604020202020204" pitchFamily="34" charset="0"/>
                <a:cs typeface="Arial" panose="020B0604020202020204" pitchFamily="34" charset="0"/>
              </a:rPr>
              <a:t>demais colunas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devem fazer parte da cláusula </a:t>
            </a:r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BY</a:t>
            </a:r>
            <a:endParaRPr lang="pt-BR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35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 Agregadas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Avg (coluna) – Média de um determinado campo (atributo)</a:t>
            </a:r>
          </a:p>
          <a:p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Count(*)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 count(coluna) – contam, respectivamente, a quantidade de registros que existem na tabela e com base em uma coluna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Max(coluna) e min(coluna) – obtém os valores máximos e mínimos de uma determinada coluna</a:t>
            </a:r>
          </a:p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Sum(coluna) – soma os valores para uma determinada coluna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109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 Agregadas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Exemplo 1 – avg – selecione a média dos salários da empresa</a:t>
            </a:r>
          </a:p>
          <a:p>
            <a:pPr marL="457200" lvl="1" indent="0">
              <a:buNone/>
            </a:pPr>
            <a:r>
              <a:rPr lang="pt-BR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pt-BR" sz="24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</a:t>
            </a:r>
            <a:r>
              <a:rPr lang="pt-BR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(salario) </a:t>
            </a:r>
            <a:r>
              <a:rPr lang="pt-BR" sz="24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pt-BR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empregado</a:t>
            </a:r>
          </a:p>
          <a:p>
            <a:pPr marL="514350" indent="-457200"/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457200"/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Exemplo 2 – count – selecionar a </a:t>
            </a:r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quantidade 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BR" sz="2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gerentes</a:t>
            </a:r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da empresa</a:t>
            </a:r>
          </a:p>
          <a:p>
            <a:pPr marL="457200" lvl="1" indent="0">
              <a:buNone/>
            </a:pPr>
            <a:r>
              <a:rPr lang="pt-BR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count(*) AS "Quantidade de Gerente na Empresa" FROM </a:t>
            </a:r>
            <a:r>
              <a:rPr lang="pt-BR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empregado</a:t>
            </a:r>
            <a:endParaRPr lang="pt-BR" sz="2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pt-BR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WHERE cargo = 'Gerente'</a:t>
            </a:r>
            <a:endParaRPr lang="pt-BR" sz="2400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50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 Agregadas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Exemplo 3 – max e min – selecione o maior e o menor salário da empresa</a:t>
            </a:r>
          </a:p>
          <a:p>
            <a:pPr marL="457200" lvl="1" indent="0">
              <a:buNone/>
            </a:pPr>
            <a:r>
              <a:rPr lang="pt-BR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max(salario), min(salario) </a:t>
            </a:r>
            <a:r>
              <a:rPr lang="pt-BR" sz="2400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pt-BR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empregado</a:t>
            </a:r>
          </a:p>
          <a:p>
            <a:pPr marL="514350" indent="-457200"/>
            <a:endParaRPr lang="pt-BR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457200"/>
            <a:r>
              <a:rPr lang="pt-B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Exemplo 4 – sum – selecionar a quantidade gasta com salários na empresa</a:t>
            </a:r>
          </a:p>
          <a:p>
            <a:pPr marL="457200" lvl="1" indent="0">
              <a:buNone/>
            </a:pPr>
            <a:r>
              <a:rPr lang="pt-BR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sum(salario) AS "Soma </a:t>
            </a:r>
            <a:r>
              <a:rPr lang="pt-BR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salarial" </a:t>
            </a:r>
            <a:r>
              <a:rPr lang="pt-BR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</a:t>
            </a:r>
            <a:r>
              <a:rPr lang="pt-BR" sz="24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empregado;</a:t>
            </a:r>
          </a:p>
        </p:txBody>
      </p:sp>
    </p:spTree>
    <p:extLst>
      <p:ext uri="{BB962C8B-B14F-4D97-AF65-F5344CB8AC3E}">
        <p14:creationId xmlns:p14="http://schemas.microsoft.com/office/powerpoint/2010/main" val="4067345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16196489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76</TotalTime>
  <Words>355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Wingdings</vt:lpstr>
      <vt:lpstr>Wingdings 3</vt:lpstr>
      <vt:lpstr>Cacho</vt:lpstr>
      <vt:lpstr>AULA 05 – SQL - CONSULTAS</vt:lpstr>
      <vt:lpstr>LIKE</vt:lpstr>
      <vt:lpstr>LIKE</vt:lpstr>
      <vt:lpstr>LIKE</vt:lpstr>
      <vt:lpstr>LIKE</vt:lpstr>
      <vt:lpstr>Funções Agregadas</vt:lpstr>
      <vt:lpstr>Funções Agregadas</vt:lpstr>
      <vt:lpstr>Funções Agregadas</vt:lpstr>
      <vt:lpstr>Funções Agregadas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05 – SQL - CONSULTAS</dc:title>
  <dc:creator>MORAIS</dc:creator>
  <cp:lastModifiedBy>cliente</cp:lastModifiedBy>
  <cp:revision>3</cp:revision>
  <dcterms:created xsi:type="dcterms:W3CDTF">2020-04-02T18:44:04Z</dcterms:created>
  <dcterms:modified xsi:type="dcterms:W3CDTF">2024-03-20T22:24:50Z</dcterms:modified>
</cp:coreProperties>
</file>