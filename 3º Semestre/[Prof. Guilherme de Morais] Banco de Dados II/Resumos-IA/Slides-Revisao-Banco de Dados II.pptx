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680960" cy="4023360"/>
          </a:xfrm>
          <a:prstGeom prst="roundRect">
            <a:avLst>
              <a:gd name="adj" fmla="val 2727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914400"/>
            <a:ext cx="3474720" cy="320040"/>
          </a:xfrm>
          <a:prstGeom prst="roundRect">
            <a:avLst>
              <a:gd name="adj" fmla="val 228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914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🎓 SISTEMAS DE INFORMAÇÃO • UNIFEF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" y="1463040"/>
            <a:ext cx="694944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[Prof. Guilherme de Morais] Banco de Dados II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97280" y="2880360"/>
            <a:ext cx="69494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0632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</a:rPr>
              <a:t>📅 3º Semestre  |  📘 Guia Consolidado de Revisão &amp; Preparação para Provas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34747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Resumo executivo estruturado, conceitos arquiteturais, exercícios em código e simulados.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8006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Página 1 de 5 • Acervo Acadêmico UniFEF • [Prof. Guilherme de Morais] Banco de Dados II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🎓 UNIFEF • SISTEMAS DE INFORMAÇÃO | 3º SEMESTRE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6692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01. VISÃO GERAL &amp; OBJETIVOS DA DISCIPLINA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024128"/>
            <a:ext cx="768096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88720"/>
            <a:ext cx="4937760" cy="3474720"/>
          </a:xfrm>
          <a:prstGeom prst="roundRect">
            <a:avLst>
              <a:gd name="adj" fmla="val 2632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3716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🎯 ESCOPO &amp; COMPETÊNCIAS CENTRAIS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783080"/>
            <a:ext cx="4389120" cy="2651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Revisão abrangente da disciplina de Banco de Dados II ministrada pelo Prof. Guilherme de Morais. O conteúdo aborda comandos SQL avançados, manipulação e consulta de dados relacionais, funções de data, hora, strings e agregações estatísticas.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852160" y="1188720"/>
            <a:ext cx="2560320" cy="3474720"/>
          </a:xfrm>
          <a:prstGeom prst="roundRect">
            <a:avLst>
              <a:gd name="adj" fmla="val 3571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0" y="13716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</a:rPr>
              <a:t>⚡ PILARES DO CURSO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35040" y="18288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✔ Fundamentação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35040" y="20574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Conceitos sólidos e padrões da computação.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035040" y="26974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✔ Prática de Código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35040" y="29260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Implementações reais testadas em laboratório.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035040" y="35661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✔ Foco Profissional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37947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Requisitos alinhados ao mercado de TI.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31520" y="48006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Página 2 de 5 • Acervo Acadêmico UniFEF • [Prof. Guilherme de Morais] Banco de Dados II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🎓 UNIFEF • SISTEMAS DE INFORMAÇÃO | 3º SEMESTRE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6692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18CF8"/>
                </a:solidFill>
              </a:rPr>
              <a:t>02. CONCEITOS &amp; MODELOS FUNDAMENTAIS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024128"/>
            <a:ext cx="768096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88720"/>
            <a:ext cx="2423160" cy="3474720"/>
          </a:xfrm>
          <a:prstGeom prst="roundRect">
            <a:avLst>
              <a:gd name="adj" fmla="val 3774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3716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</a:rPr>
              <a:t>TÓPICO 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1737360"/>
            <a:ext cx="2148840" cy="274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Consultas SQL Avançadas com SELECT, WHERE, ORDER BY e DISTINCT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55848" y="1188720"/>
            <a:ext cx="2423160" cy="3474720"/>
          </a:xfrm>
          <a:prstGeom prst="roundRect">
            <a:avLst>
              <a:gd name="adj" fmla="val 3774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93008" y="13716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TÓPICO 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93008" y="1737360"/>
            <a:ext cx="2148840" cy="274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Junções entre tabelas (Joins) e restrições de integridade com Chaves Estrangeiras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80176" y="1188720"/>
            <a:ext cx="2423160" cy="3474720"/>
          </a:xfrm>
          <a:prstGeom prst="roundRect">
            <a:avLst>
              <a:gd name="adj" fmla="val 3774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17336" y="13716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TÓPICO 03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17336" y="1737360"/>
            <a:ext cx="2148840" cy="274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Funções Agregadas (SUM, AVG, COUNT, MAX, MIN) combinadas com GROUP BY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8006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Página 3 de 5 • Acervo Acadêmico UniFEF • [Prof. Guilherme de Morais] Banco de Dados II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🎓 UNIFEF • SISTEMAS DE INFORMAÇÃO | 3º SEMESTRE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6692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</a:rPr>
              <a:t>03. LABORATÓRIOS, EXERCÍCIOS &amp; CÓDIGO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024128"/>
            <a:ext cx="768096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88720"/>
            <a:ext cx="3749040" cy="3474720"/>
          </a:xfrm>
          <a:prstGeom prst="roundRect">
            <a:avLst>
              <a:gd name="adj" fmla="val 2632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3716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</a:rPr>
              <a:t>💻 ATIVIDADES &amp; ENTREGÁVEIS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783080"/>
            <a:ext cx="3291840" cy="2651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E2E8F0"/>
                </a:solidFill>
              </a:rPr>
              <a:t>• Criação de tabelas relacionais com chaves primárias e estrangeiras (ex: Clientes, Produtos, Pedidos e Veículos)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E2E8F0"/>
                </a:solidFill>
              </a:rPr>
              <a:t>• Consultas com filtros complexos utilizando operadores lógicos (AND, OR, BETWEEN e IN)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E2E8F0"/>
                </a:solidFill>
              </a:rPr>
              <a:t>• Uso de funções de formatação de texto (UPPER, LOWER, LENGTH, CONCAT ||)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E2E8F0"/>
                </a:solidFill>
              </a:rPr>
              <a:t>• Análise de dados temporais e cálculo de idades ou intervalos com a função AGE()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3749040" cy="3474720"/>
          </a:xfrm>
          <a:prstGeom prst="roundRect">
            <a:avLst>
              <a:gd name="adj" fmla="val 2632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3716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🛠️ DIRETRIZES TÉCNICAS &amp; AMBIENTE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92040" y="1783080"/>
            <a:ext cx="3291840" cy="2651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• Código limpo, modular e devidamente documentado.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• Validação dos requisitos funcionais e testes de execução.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• Observância de boas práticas arquiteturais e convenções.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• Resoluções salvas em formato executável (.sql, .c, .java, etc.).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48006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Página 4 de 5 • Acervo Acadêmico UniFEF • [Prof. Guilherme de Morais] Banco de Dados II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🎓 UNIFEF • SISTEMAS DE INFORMAÇÃO | 3º SEMESTRE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6692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</a:rPr>
              <a:t>04. DICAS ESTRATÉGICAS PARA AVALIAÇÕES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024128"/>
            <a:ext cx="768096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88720"/>
            <a:ext cx="7680960" cy="1371600"/>
          </a:xfrm>
          <a:prstGeom prst="roundRect">
            <a:avLst>
              <a:gd name="adj" fmla="val 6667"/>
            </a:avLst>
          </a:prstGeom>
          <a:solidFill>
            <a:srgbClr val="181E2E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32588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</a:rPr>
              <a:t>⚡ PONTOS DE ATENÇÃO MÁXIMA &amp; PEGADINHAS FREQUENTES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691640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EF3C7"/>
                </a:solidFill>
              </a:rPr>
              <a:t>👉 Atenção à sintaxe das Funções Agregadas: elas não podem ser usadas diretamente na cláusula WHERE.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3749040" cy="1920240"/>
          </a:xfrm>
          <a:prstGeom prst="roundRect">
            <a:avLst>
              <a:gd name="adj" fmla="val 4762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880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</a:rPr>
              <a:t>📋 ESTRATÉGIA DE ESTUDO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324612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• Lembre-se de que o operador LIKE diferencia maiúsculas de minúsculas (case-sensitive), ao contrário do ILIKE.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2743200"/>
            <a:ext cx="3749040" cy="1920240"/>
          </a:xfrm>
          <a:prstGeom prst="roundRect">
            <a:avLst>
              <a:gd name="adj" fmla="val 4762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2880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</a:rPr>
              <a:t>🗂️ RETENÇÃO RÁPIDA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92040" y="324612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• Em consultas com GROUP BY, certifique-se de que todas as colunas não agregadas do SELECT façam parte do agrupamento.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8006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Página 5 de 5 • Acervo Acadêmico UniFEF • [Prof. Guilherme de Morais] Banco de Dados II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UniFEF • Sistemas de Informação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[Prof. Guilherme de Morais] Banco de Dados II</dc:subject>
  <dc:creator>Murilo Rocha Silva</dc:creator>
  <cp:lastModifiedBy>Murilo Rocha Silva</cp:lastModifiedBy>
  <cp:revision>1</cp:revision>
  <dcterms:created xsi:type="dcterms:W3CDTF">2026-09-03T23:29:22Z</dcterms:created>
  <dcterms:modified xsi:type="dcterms:W3CDTF">2026-09-03T23:29:22Z</dcterms:modified>
</cp:coreProperties>
</file>