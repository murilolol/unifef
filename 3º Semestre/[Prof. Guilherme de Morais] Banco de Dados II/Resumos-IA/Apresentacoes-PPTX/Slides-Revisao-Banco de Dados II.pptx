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🎓 SISTEMAS DE INFORMAÇÃO • UNIFEF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Banco de Dados II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3º Semestre | Guia de Revisão e Síntese de Conteúdo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1. VISÃO GERAL DA DISCIPLINA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Revisão abrangente de Banco de Dados II cobrindo modelagem relacional, comandos DDL/DML, consultas avançadas com junções (JOINs), funções de agregação, manipulação de datas e strings no PostgreSQL/SQL.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2. CONCEITOS E MODELOS FUNDAMENTAIS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DDL e Integridade Referencial: Criação de tabelas, chaves primárias (PRIMARY KEY) e estrangeiras (FOREIGN KEY).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DML e Consultas Básicas: Uso de SELECT, WHERE, ORDER BY, DISTINCT, operadores relacionais, lógicos (AND, OR) e BETWEEN.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Consultas Avançadas: Filtragem com LIKE/ILIKE, junções entre tabelas (JOINs) e comandos complexos.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Funções Agregadas e Agrupamento: Utilização de COUNT, SUM, AVG, MAX, MIN e GROUP BY.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Funções de Data, Hora e String: Manipulação com NOW(), DATE(), AGE(), EXTRACT(), CONCAT (||), UPPER(), LOWER(), LENGTH() e ASCII().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</a:rPr>
              <a:t>3. EXERCÍCIOS, PRÁTICA &amp; CÓDIGO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Criação de tabelas relacionalmente integradas (ex: tabelas Clientes, Veículos e Pedidos com FK).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Consultas com filtros múltiplos (WHERE, AND, OR, BETWEEN) e ordenação (ORDER BY).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Uso de padrões de texto com LIKE ('A%') e ILIKE.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Agregação de dados e cálculo de totais, médias e contagens por grupo.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Formatação de strings e cálculos temporais avançados (ex: cálculo de idade com AGE).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4. DICAS DE PROVA E REVISÃO RÁPIDA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Atenção à ordem das cláusulas no SELECT: SELECT -&gt; FROM -&gt; WHERE -&gt; GROUP BY -&gt; ORDER BY.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Funções agregadas (como SUM, AVG, COUNT) não podem ser utilizadas diretamente na cláusula WHERE.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Cuidado com chaves estrangeiras (FK): a tabela referenciada deve existir e possuir a chave primária criada previamente.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Lembre-se de que o operador LIKE é case-sensitive (diferencia maiúsculas de minúsculas), enquanto o ILIKE não é.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Pratique a concatenação de strings usando o operador padrão do PostgreSQL (||).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Sistemas de Informação - UniFEF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Banco de Dados II</dc:subject>
  <dc:creator>Murilo Rocha Silva</dc:creator>
  <cp:lastModifiedBy>Murilo Rocha Silva</cp:lastModifiedBy>
  <cp:revision>1</cp:revision>
  <dcterms:created xsi:type="dcterms:W3CDTF">2026-09-03T00:22:34Z</dcterms:created>
  <dcterms:modified xsi:type="dcterms:W3CDTF">2026-09-03T00:22:34Z</dcterms:modified>
</cp:coreProperties>
</file>