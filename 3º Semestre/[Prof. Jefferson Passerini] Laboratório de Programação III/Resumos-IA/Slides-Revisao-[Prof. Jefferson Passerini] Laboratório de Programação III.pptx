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2727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🎓 SISTEMAS DE INFORMAÇÃO • UNIFEF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[Prof. Jefferson Passerini] Laboratório de Programação III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📅 3º Semestre  |  📘 Guia Consolidado de Revisão &amp; Preparação para Provas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Resumo executivo estruturado, conceitos arquiteturais, exercícios em código e simulados.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1 de 5 • Acervo Acadêmico UniFEF • [Prof. Jefferson Passerini] Laboratório de Programação III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01. VISÃO GERAL &amp; OBJETIVOS DA DISCIPLINA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🎯 ESCOPO &amp; COMPETÊNCIAS CENTRAIS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 disciplina de Laboratório de Programação III, ministrada pelo Prof. Jefferson Passerini, foca no desenvolvimento de aplicações web robustas utilizando Java Web e Servlets. Os alunos aprendem a estruturar projetos frontend e backend, conectar sistemas a bancos de dados relacionais e implementar o padrão CRUD completo.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PILARES DO CURSO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Fundamentação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Conceitos sólidos e padrões da computação.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Prática de 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Implementações reais testadas em laboratório.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Foco Profissional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Requisitos alinhados ao mercado de TI.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2 de 5 • Acervo Acadêmico UniFEF • [Prof. Jefferson Passerini] Laboratório de Programação III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02. CONCEITOS &amp; MODELOS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TÓPICO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Configuração de ambiente de desenvolvimento Java Web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TÓPICO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Estruturação de projetos web e interfaces (Frontend)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TÓPICO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Conexão e persistência com Banco de Dados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3 de 5 • Acervo Acadêmico UniFEF • [Prof. Jefferson Passerini] Laboratório de Programação III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03. LABORATÓRIOS, EXERCÍCIOS &amp; CÓDIGO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💻 ATIVIDADES &amp; ENTREGÁVEIS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Criação de projetos web com Servlets e JSP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Desenvolvimento de cadastros com validações e gerenciamento de estados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Construção de aplicações práticas como sistemas de manutenção de Livros e Usuários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Versionamento de código-fonte utilizando o GitHub em equipes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🛠️ DIRETRIZES TÉCNICAS &amp; AMBIENTE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Código limpo, modular e devidamente documentado.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Validação dos requisitos funcionais e testes de execução.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Observância de boas práticas arquiteturais e convenções.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Resoluções salvas em formato executável (.sql, .c, .java, etc.).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4 de 5 • Acervo Acadêmico UniFEF • [Prof. Jefferson Passerini] Laboratório de Programação III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3º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04. DICAS ESTRATÉGICAS PARA AVALIAÇÕES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181E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PONTOS DE ATENÇÃO MÁXIMA &amp; PEGADINHAS FREQUENTES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EF3C7"/>
                </a:solidFill>
              </a:rPr>
              <a:t>👉 Revise atentamente a estrutura de camadas e o fluxo de requisições em Servlets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📋 ESTRATÉGIA DE ESTUDO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Pratique a implementação das operações do CRUD conectadas ao banco de dados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🗂️ RETENÇÃO RÁPIDA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Garanta que os arquivos de projeto estejam corretamente compactados ou versionados no GitHub conforme as instruções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5 de 5 • Acervo Acadêmico UniFEF • [Prof. Jefferson Passerini] Laboratório de Programação III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UniFEF • Sistemas de Informação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Jefferson Passerini] Laboratório de Programação III</dc:subject>
  <dc:creator>Murilo Rocha Silva</dc:creator>
  <cp:lastModifiedBy>Murilo Rocha Silva</cp:lastModifiedBy>
  <cp:revision>1</cp:revision>
  <dcterms:created xsi:type="dcterms:W3CDTF">2026-09-03T23:29:22Z</dcterms:created>
  <dcterms:modified xsi:type="dcterms:W3CDTF">2026-09-03T23:29:22Z</dcterms:modified>
</cp:coreProperties>
</file>