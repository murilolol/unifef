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🎓 SISTEMAS DE INFORMAÇÃO • UNIFEF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[Prof. Jefferson Passerini] Laboratório de Programação III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3º Semestre | Guia de Revisão e Síntese de Conteúdo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1. VISÃO GERAL DA DISCIPLINA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A matéria de Laboratório de Programação III, ministrada pelo Prof. Jefferson Passerini, foca no desenvolvimento de aplicações Java Web utilizando Servlets e JSP. Os alunos aprendem desde a preparação do ambiente e criação de projetos web até a estruturação de interfaces front-end, conexão com bancos de dados e implementação completa de operações CRUD.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2. CONCEITOS E MODELOS FUNDAMENTAIS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Configuração de Ambiente de Desenvolvimento Java Web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Estruturação de Projetos Web e Front-end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Conexão com Banco de Dados e Servlets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</a:rPr>
              <a:t>3. EXERCÍCIOS, PRÁTICA &amp; CÓDIGO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Criação e listagem de usuários e entidades (como Livros)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Implementação das funções de CRUD (Incluir, Alterar e Excluir)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Controle de versionamento com Git e GitHub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4. DICAS DE PROVA E REVISÃO RÁPIDA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Pratique a implementação correta dos métodos do CRUD em Java Web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Revise a estruturação de formulários e a manipulação de dados via Servlets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Atente-se aos prazos e instruções de entrega dos projetos compactados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Sistemas de Informação - UniFEF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[Prof. Jefferson Passerini] Laboratório de Programação III</dc:subject>
  <dc:creator>Murilo Rocha Silva</dc:creator>
  <cp:lastModifiedBy>Murilo Rocha Silva</cp:lastModifiedBy>
  <cp:revision>1</cp:revision>
  <dcterms:created xsi:type="dcterms:W3CDTF">2026-09-03T00:13:15Z</dcterms:created>
  <dcterms:modified xsi:type="dcterms:W3CDTF">2026-09-03T00:13:15Z</dcterms:modified>
</cp:coreProperties>
</file>