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2DD4B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818CF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777240"/>
            <a:ext cx="4160520" cy="457200"/>
          </a:xfrm>
          <a:prstGeom prst="roundRect">
            <a:avLst>
              <a:gd name="adj" fmla="val 50000"/>
            </a:avLst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🎓 SISTEMAS DE INFORMAÇÃO · UNIFEF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2103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1F5F9"/>
                </a:solidFill>
                <a:latin typeface="Segoe UI"/>
              </a:rPr>
              <a:t>Laboratório de Programação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502920" cy="41148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4A3B8"/>
                </a:solidFill>
                <a:latin typeface="Segoe UI"/>
              </a:rPr>
              <a:t>3º Semestre · Guia de Revisão e Síntese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B6B85"/>
                </a:solidFill>
                <a:latin typeface="Segoe UI"/>
              </a:rPr>
              <a:t>Docente responsável: Prof. Jefferson Passerini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Laboratório de Programação 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01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VISÃO GERAL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4663440"/>
          </a:xfrm>
          <a:prstGeom prst="roundRect">
            <a:avLst>
              <a:gd name="adj" fmla="val 45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65960"/>
            <a:ext cx="9814255" cy="3566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1F5F9"/>
                </a:solidFill>
                <a:latin typeface="Segoe UI"/>
              </a:rPr>
              <a:t>A matéria de Laboratório de Programação III, ministrada pelo Prof. Jefferson Passerini, foca no desenvolvimento de aplicações Java Web utilizando Servlets e JSP. Os alunos aprendem desde a preparação do ambiente e criação de projetos web até a estruturação de interfaces front-end, conexão com bancos de dados e implementação completa de operações CRUD.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Laboratório de Programação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02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CONCEITOS FUNDAMENTAIS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917192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171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Configuração de Ambiente de Desenvolvimento Java 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20568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520440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148584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Estruturação de Projetos Web e Front-end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23816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23688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236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51832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Conexão com Banco de Dados e Servlets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Laboratório de Programação 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03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EXERCÍCIOS &amp; PRÁTICA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440933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90918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918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18490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Criação e listagem de usuários e entidades (como Livros)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04557"/>
            <a:ext cx="10911535" cy="148896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520439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5204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132573"/>
            <a:ext cx="9585655" cy="12329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Implementação das funções de CRUD (Incluir, Alterar e Excluir)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39826"/>
            <a:ext cx="10911535" cy="1440933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31693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3169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67842"/>
            <a:ext cx="9585655" cy="118490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Controle de versionamento com Git e GitHub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Laboratório de Programação 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04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DICAS DE PROVA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351368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864404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644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095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Pratique a implementação correta dos métodos do CRUD em Java 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14992"/>
            <a:ext cx="10911535" cy="156251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46765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676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043008"/>
            <a:ext cx="9585655" cy="130648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Revise a estruturação de formulários e a manipulação de dados via Servlets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23816"/>
            <a:ext cx="10911535" cy="14569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23688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236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51832"/>
            <a:ext cx="9585655" cy="1200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Atente-se aos prazos e instruções de entrega dos projetos compactados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Laboratório de Programação 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