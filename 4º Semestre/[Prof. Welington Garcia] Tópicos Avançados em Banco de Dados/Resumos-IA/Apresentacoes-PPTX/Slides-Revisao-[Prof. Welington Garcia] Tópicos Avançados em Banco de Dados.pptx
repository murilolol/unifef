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🎓 SISTEMAS DE INFORMAÇÃO • UNIFEF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[Prof. Welington Garcia] Tópicos Avançados em Banco de Dados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4º Semestre | Guia de Revisão e Síntese de Conteúdo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</a:rPr>
              <a:t>1. VISÃO GERAL DA DISCIPLINA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F8FAFC"/>
                </a:solidFill>
              </a:rPr>
              <a:t>O módulo aborda a combinação e consulta avançada de dados relacionais em PostgreSQL através de JOINs e Subconsultas.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F8FAFC"/>
                </a:solidFill>
              </a:rPr>
              <a:t>O foco central compreende a correta preservação ou descarte de tuplas entre tabelas relacionadas por chaves primárias e estrangeiras.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F8FAFC"/>
                </a:solidFill>
              </a:rPr>
              <a:t>Explora a resolução de regras de negócio complexas por meio de junções múltiplas, agregações e subqueries aninhadas ou correlacionadas.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</a:rPr>
              <a:t>2. CONCEITOS E MODELOS FUNDAMENTAIS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Semântica dos JOINs: INNER (apenas correspondências), LEFT/RIGHT (preservação unilateral de registros), FULL OUTER (preservação bilateral), CROSS (produto cartesiano) e SELF JOIN (autorrelacionamento com aliases distintos).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Subconsultas (Subselects): consultas aninhadas no SELECT, FROM ou WHERE para cálculos escalares, filtragem condicional dinâmica e verificações de existência.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Tratamento de Nulos e Integridade: comportamento de valores NULL gerados em junções externas, uso de funções como COALESCE() e preservação da integridade referencial com chaves estrangeiras.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55F7"/>
                </a:solidFill>
              </a:rPr>
              <a:t>3. EXERCÍCIOS, PRÁTICA &amp; CÓDIGO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Filtrar registros inexistentes na tabela associada utilizando LEFT JOIN combinado com WHERE campo_fk IS NULL.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Construir junções múltiplas e agregações consistentes, garantindo que colunas não agregadas no SELECT façam parte obrigatória da cláusula GROUP BY.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Diferenciar a aplicação de condições na cláusula ON (restringe a junção antes de gerar linhas NULL) versus na cláusula WHERE (filtra as linhas resultantes após o JOIN).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4. DICAS DE PROVA E REVISÃO RÁPIDA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Atenção crítica à diferença entre ON e WHERE em LEFT JOIN: colocar um filtro da tabela secundária no WHERE pode converter involuntariamente a consulta em um INNER JOIN ao descartar os registros NULL.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Nunca omita a condição ON ou relacione colunas trocadas; consultas sem junção explícita geram produto cartesiano ineficiente e distorcem relatórios.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Em avaliações, evite NATURAL JOIN e SELECT *; prefira junções explícitas com aliases claros (ex: c.id_cliente = p.id_cliente) para evitar ambiguidades e garantir previsibilidade.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Sistemas de Informação - UniFEF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[Prof. Welington Garcia] Tópicos Avançados em Banco de Dados</dc:subject>
  <dc:creator>Murilo Rocha Silva</dc:creator>
  <cp:lastModifiedBy>Murilo Rocha Silva</cp:lastModifiedBy>
  <cp:revision>1</cp:revision>
  <dcterms:created xsi:type="dcterms:W3CDTF">2026-09-03T00:07:53Z</dcterms:created>
  <dcterms:modified xsi:type="dcterms:W3CDTF">2026-09-03T00:07:53Z</dcterms:modified>
</cp:coreProperties>
</file>