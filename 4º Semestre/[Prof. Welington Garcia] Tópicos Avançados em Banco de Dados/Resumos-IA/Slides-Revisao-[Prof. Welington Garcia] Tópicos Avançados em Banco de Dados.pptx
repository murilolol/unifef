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2DD4B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818CF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2DD4BF"/>
                </a:solidFill>
                <a:latin typeface="Segoe UI"/>
              </a:rPr>
              <a:t>🎓 SISTEMAS DE INFORMAÇÃO · UNIFEF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750" b="1">
                <a:solidFill>
                  <a:srgbClr val="F1F5F9"/>
                </a:solidFill>
                <a:latin typeface="Segoe UI"/>
              </a:rPr>
              <a:t>Tópicos Avançados em Banco de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02920" cy="41148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4º Semestre · Guia de Revisão e Síntese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B6B85"/>
                </a:solidFill>
                <a:latin typeface="Segoe UI"/>
              </a:rPr>
              <a:t>Docente responsável: Prof. Welington Garcia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Tópicos Avançados em 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VISÃO GERAL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4663440"/>
          </a:xfrm>
          <a:prstGeom prst="roundRect">
            <a:avLst>
              <a:gd name="adj" fmla="val 45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1965960"/>
            <a:ext cx="9814255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F1F5F9"/>
                </a:solidFill>
                <a:latin typeface="Segoe UI"/>
              </a:rPr>
              <a:t>O módulo aborda a combinação e consulta avançada de dados relacionais em PostgreSQL através de JOINs e Subconsultas. O foco central compreende a correta preservação ou descarte de tuplas entre tabelas relacionadas por chaves primárias e estrangeiras. Explora a resolução de regras de negócio complexas por meio de junções múltiplas, agregações e subqueries aninhadas ou correlacionadas.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Tópicos Avançados em Banco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02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CONCEITOS FUNDAMENTAIS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709992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043716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437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453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Semântica dos JOINs: INNER (apenas correspondências), LEFT/RIGHT (preservação unilateral de registros), FULL OUTER (preservação bilateral), CROSS (produto cartesiano) e SELF JOIN (autorrelacionamento com aliases distintos).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73616"/>
            <a:ext cx="10911535" cy="1203895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646964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469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01632"/>
            <a:ext cx="9585655" cy="9478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Subconsultas (Subselects): consultas aninhadas no SELECT, FROM ou WHERE para cálculos escalares, filtragem condicional dinâmica e verificações de existência.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23816"/>
            <a:ext cx="10911535" cy="1456944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23688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236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1832"/>
            <a:ext cx="9585655" cy="1200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Tratamento de Nulos e Integridade: comportamento de valores NULL gerados em junções externas, uso de funções como COALESCE() e preservação da integridade referencial com chaves estrangeiras.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Tópicos Avançados em Banco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03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EXERCÍCIOS &amp; PRÁTICA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123633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50536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05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8676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Filtrar registros inexistentes na tabela associada utilizando LEFT JOIN combinado com WHERE campo_fk IS NULL.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87257"/>
            <a:ext cx="10911535" cy="1515359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216337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1633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15273"/>
            <a:ext cx="9585655" cy="12593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Construir junções múltiplas e agregações consistentes, garantindo que colunas não agregadas no SELECT façam parte obrigatória da cláusula GROUP BY.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8920"/>
            <a:ext cx="10911535" cy="1731839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98624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98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76936"/>
            <a:ext cx="9585655" cy="14758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Diferenciar a aplicação de condições na cláusula ON (restringe a junção antes de gerar linhas NULL) versus na cláusula WHERE (filtra as linhas resultantes após o JOIN).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Tópicos Avançados em Banco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04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DICAS DE PROVA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656753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017096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7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4007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Atenção crítica à diferença entre ON e WHERE em LEFT JOIN: colocar um filtro da tabela secundária no WHERE pode converter involuntariamente a consulta em um INNER JOIN ao descartar os registros NULL.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20377"/>
            <a:ext cx="10911535" cy="1232158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607856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07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48393"/>
            <a:ext cx="9585655" cy="9761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Nunca omita a condição ON ou relacione colunas trocadas; consultas sem junção explícita geram produto cartesiano ineficiente e distorcem relatórios.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98839"/>
            <a:ext cx="10911535" cy="1481920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11199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111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26855"/>
            <a:ext cx="9585655" cy="1225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Em avaliações, evite NATURAL JOIN e SELECT *; prefira junções explícitas com aliases claros (ex: c.id_cliente = p.id_cliente) para evitar ambiguidades e garantir previsibilidade.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Tópicos Avançados em Banco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