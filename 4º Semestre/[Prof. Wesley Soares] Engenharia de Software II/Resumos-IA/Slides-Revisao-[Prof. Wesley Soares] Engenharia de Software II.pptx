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680960" cy="4023360"/>
          </a:xfrm>
          <a:prstGeom prst="roundRect">
            <a:avLst>
              <a:gd name="adj" fmla="val 2727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347472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🎓 SISTEMAS DE INFORMAÇÃO • UNIFEF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[Prof. Wesley Soares] Engenharia de Software II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6949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63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📅 4º Semestre  |  📘 Guia Consolidado de Revisão &amp; Preparação para Provas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Resumo executivo estruturado, conceitos arquiteturais, exercícios em código e simulados.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1 de 5 • Acervo Acadêmico UniFEF • [Prof. Wesley Soares] Engenharia de Software II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01. VISÃO GERAL &amp; OBJETIVOS DA DISCIPLINA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493776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🎯 ESCOPO &amp; COMPETÊNCIAS CENTRAIS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A disciplina Engenharia de Software II, ministrada pelo Prof. Ms. Wesley Soares de Souza, aborda o ciclo completo de desenvolvimento de sistemas. O foco central reside na engenharia de requisitos, elicitação, projeto orientado a objetos, modelagem com UML, arquitetura de software e boas práticas como os princípios SOLID e padrões de projeto.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PILARES DO CURSO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Fundamentação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Conceitos sólidos e padrões da computação.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Prática de Código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926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Implementações reais testadas em laboratório.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0" y="3566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Foco Profissional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Requisitos alinhados ao mercado de TI.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2 de 5 • Acervo Acadêmico UniFEF • [Prof. Wesley Soares] Engenharia de Software II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</a:rPr>
              <a:t>02. CONCEITOS &amp; MODELOS FUNDAMENTAIS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TÓPICO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Elicitação e Levantamento de Requisitos (Funcionais e Não Funcionais)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TÓPICO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93008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Princípios de Projeto Orientado a Objetos (Abstração, Encapsulamento, Herança, Polimorfismo)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0176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17336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TÓPICO 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17336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Arquitetura de Software e Padrões de Projeto (Strategy, Factory, Observer, MVC)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3 de 5 • Acervo Acadêmico UniFEF • [Prof. Wesley Soares] Engenharia de Software II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03. LABORATÓRIOS, EXERCÍCIOS &amp; CÓDIGO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💻 ATIVIDADES &amp; ENTREGÁVEIS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Aplicação de técnicas de levantamento como Entrevistas, Workshops, Brainstorming e Prototipação (Figma/Penpot)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Desenvolvimento em equipe do Projeto Integrador da Disciplina dividido em fases práticas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Modelagem de sistemas utilizando diagramas UML e estruturação de código com Alta Coesão e Baixo Acoplamento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🛠️ DIRETRIZES TÉCNICAS &amp; AMBIENTE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Código limpo, modular e devidamente documentado.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Validação dos requisitos funcionais e testes de execução.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Observância de boas práticas arquiteturais e convenções.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Resoluções salvas em formato executável (.sql, .c, .java, etc.).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4 de 5 • Acervo Acadêmico UniFEF • [Prof. Wesley Soares] Engenharia de Software II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04. DICAS ESTRATÉGICAS PARA AVALIAÇÕES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181E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PONTOS DE ATENÇÃO MÁXIMA &amp; PEGADINHAS FREQUENTES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EF3C7"/>
                </a:solidFill>
              </a:rPr>
              <a:t>👉 Diferencie claramente Requisitos Funcionais (o que o sistema faz) de Requisitos Não Funcionais (como o sistema se comporta, ex: desempenho e segurança).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📋 ESTRATÉGIA DE ESTUDO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Compreenda a diferença fundamental entre Análise (o que fazer) e Projeto (como fazer) em Orientação a Objetos.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🗂️ RETENÇÃO RÁPIDA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Lembre-se da regra de ouro do Brainstorming: quantidade de ideias primeiro, avaliação e filtragem depois.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5 de 5 • Acervo Acadêmico UniFEF • [Prof. Wesley Soares] Engenharia de Software II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UniFEF • Sistemas de Informação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Wesley Soares] Engenharia de Software II</dc:subject>
  <dc:creator>Murilo Rocha Silva</dc:creator>
  <cp:lastModifiedBy>Murilo Rocha Silva</cp:lastModifiedBy>
  <cp:revision>1</cp:revision>
  <dcterms:created xsi:type="dcterms:W3CDTF">2026-09-03T23:25:20Z</dcterms:created>
  <dcterms:modified xsi:type="dcterms:W3CDTF">2026-09-03T23:25:20Z</dcterms:modified>
</cp:coreProperties>
</file>