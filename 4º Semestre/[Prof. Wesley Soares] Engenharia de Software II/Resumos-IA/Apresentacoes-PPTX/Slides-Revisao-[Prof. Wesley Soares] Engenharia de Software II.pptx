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🎓 SISTEMAS DE INFORMAÇÃO • UNIFEF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[Prof. Wesley Soares] Engenharia de Software II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4º Semestre | Guia de Revisão e Síntese de Conteúdo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1. VISÃO GERAL DA DISCIPLINA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Revisão da disciplina Engenharia de Software II, ministrada pelo Prof. Ms. Wesley Soares de Souza. O conteúdo abrange o ciclo completo de desenvolvimento de software, desde o levantamento e elicitação de requisitos até o projeto orientado a objetos, arquitetura, testes e operação.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2. CONCEITOS E MODELOS FUNDAMENTAIS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Engenharia de Requisitos e Elicitação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Princípios de Projeto Orientado a Objetos (OO)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Arquitetura de Software e Padrões de Projeto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3. EXERCÍCIOS, PRÁTICA &amp; CÓDIGO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Aplicação de técnicas de elicitação como Entrevistas, Workshops e Prototipação (Figma/Penpot)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Desenvolvimento do Projeto Integrador em equipes aplicando modelagem UML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Implementação de princípios de design como Baixo Acoplamento e Alta Coesão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4. DICAS DE PROVA E REVISÃO RÁPIDA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Saiba diferenciar Requisitos Funcionais (o que o sistema faz) de Requisitos Não Funcionais (como o sistema se comporta)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Compreenda a diferença entre a fase de Análise (o que fazer) e a fase de Projeto OO (como fazer)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Revise os conceitos dos pilares da orientação a objetos: Abstração, Encapsulamento, Herança e Polimorfismo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Sistemas de Informação - UniFEF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Wesley Soares] Engenharia de Software II</dc:subject>
  <dc:creator>Murilo Rocha Silva</dc:creator>
  <cp:lastModifiedBy>Murilo Rocha Silva</cp:lastModifiedBy>
  <cp:revision>1</cp:revision>
  <dcterms:created xsi:type="dcterms:W3CDTF">2026-09-03T00:07:09Z</dcterms:created>
  <dcterms:modified xsi:type="dcterms:W3CDTF">2026-09-03T00:07:09Z</dcterms:modified>
</cp:coreProperties>
</file>