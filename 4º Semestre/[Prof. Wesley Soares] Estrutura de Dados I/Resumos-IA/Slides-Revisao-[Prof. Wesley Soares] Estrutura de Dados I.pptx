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680960" cy="4023360"/>
          </a:xfrm>
          <a:prstGeom prst="roundRect">
            <a:avLst>
              <a:gd name="adj" fmla="val 2727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914400"/>
            <a:ext cx="3474720" cy="320040"/>
          </a:xfrm>
          <a:prstGeom prst="roundRect">
            <a:avLst>
              <a:gd name="adj" fmla="val 228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914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</a:rPr>
              <a:t>🎓 SISTEMAS DE INFORMAÇÃO • UNIFEF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" y="1463040"/>
            <a:ext cx="694944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[Prof. Wesley Soares] Estrutura de Dados I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097280" y="2880360"/>
            <a:ext cx="694944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06324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</a:rPr>
              <a:t>📅 4º Semestre  |  📘 Guia Consolidado de Revisão &amp; Preparação para Provas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347472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Resumo executivo estruturado, conceitos arquiteturais, exercícios em código e simulados.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8006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Página 1 de 5 • Acervo Acadêmico UniFEF • [Prof. Wesley Soares] Estrutura de Dados I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🎓 UNIFEF • SISTEMAS DE INFORMAÇÃO | 4º SEMESTRE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6692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</a:rPr>
              <a:t>01. VISÃO GERAL &amp; OBJETIVOS DA DISCIPLINA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024128"/>
            <a:ext cx="768096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88720"/>
            <a:ext cx="4937760" cy="3474720"/>
          </a:xfrm>
          <a:prstGeom prst="roundRect">
            <a:avLst>
              <a:gd name="adj" fmla="val 2632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3716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🎯 ESCOPO &amp; COMPETÊNCIAS CENTRAIS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783080"/>
            <a:ext cx="4389120" cy="2651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CBD5E1"/>
                </a:solidFill>
              </a:rPr>
              <a:t>Revisão da disciplina Estrutura de Dados I com o Prof. Wesley Soares, focando nos fundamentos de algoritmos, análise assintótica de eficiência, gerenciamento de memória em Stack e Heap, e o estudo prático de listas lineares sequenciais.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852160" y="1188720"/>
            <a:ext cx="2560320" cy="3474720"/>
          </a:xfrm>
          <a:prstGeom prst="roundRect">
            <a:avLst>
              <a:gd name="adj" fmla="val 3571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0" y="13716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</a:rPr>
              <a:t>⚡ PILARES DO CURSO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35040" y="18288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✔ Fundamentação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35040" y="205740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Conceitos sólidos e padrões da computação.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035040" y="26974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✔ Prática de Código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35040" y="292608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Implementações reais testadas em laboratório.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035040" y="35661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</a:rPr>
              <a:t>✔ Foco Profissional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37947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Requisitos alinhados ao mercado de TI.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31520" y="48006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Página 2 de 5 • Acervo Acadêmico UniFEF • [Prof. Wesley Soares] Estrutura de Dados I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🎓 UNIFEF • SISTEMAS DE INFORMAÇÃO | 4º SEMESTRE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6692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18CF8"/>
                </a:solidFill>
              </a:rPr>
              <a:t>02. CONCEITOS &amp; MODELOS FUNDAMENTAIS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024128"/>
            <a:ext cx="768096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88720"/>
            <a:ext cx="2423160" cy="3474720"/>
          </a:xfrm>
          <a:prstGeom prst="roundRect">
            <a:avLst>
              <a:gd name="adj" fmla="val 3774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3716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</a:rPr>
              <a:t>TÓPICO 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1737360"/>
            <a:ext cx="2148840" cy="274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Tipos Abstratos de Dados (TAD) e Encapsulamento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55848" y="1188720"/>
            <a:ext cx="2423160" cy="3474720"/>
          </a:xfrm>
          <a:prstGeom prst="roundRect">
            <a:avLst>
              <a:gd name="adj" fmla="val 3774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93008" y="13716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TÓPICO 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93008" y="1737360"/>
            <a:ext cx="2148840" cy="274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Análise Assintótica e Notação Big 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80176" y="1188720"/>
            <a:ext cx="2423160" cy="3474720"/>
          </a:xfrm>
          <a:prstGeom prst="roundRect">
            <a:avLst>
              <a:gd name="adj" fmla="val 3774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17336" y="13716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TÓPICO 03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17336" y="1737360"/>
            <a:ext cx="2148840" cy="2743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Alocação Dinâmica de Memória (Stack vs Heap)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8006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Página 3 de 5 • Acervo Acadêmico UniFEF • [Prof. Wesley Soares] Estrutura de Dados 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🎓 UNIFEF • SISTEMAS DE INFORMAÇÃO | 4º SEMESTRE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6692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</a:rPr>
              <a:t>03. LABORATÓRIOS, EXERCÍCIOS &amp; CÓDIGO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024128"/>
            <a:ext cx="768096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88720"/>
            <a:ext cx="3749040" cy="3474720"/>
          </a:xfrm>
          <a:prstGeom prst="roundRect">
            <a:avLst>
              <a:gd name="adj" fmla="val 2632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3716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</a:rPr>
              <a:t>💻 ATIVIDADES &amp; ENTREGÁVEIS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783080"/>
            <a:ext cx="3291840" cy="2651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E2E8F0"/>
                </a:solidFill>
              </a:rPr>
              <a:t>• Refinamento sucessivo na resolução de problemas computacionais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E2E8F0"/>
                </a:solidFill>
              </a:rPr>
              <a:t>• Contagem de operações e identificação de complexidade temporal (O(1), O(n), O(n²))</a:t>
            </a: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endParaRPr lang="en-US" sz="9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950" dirty="0">
                <a:solidFill>
                  <a:srgbClr val="E2E8F0"/>
                </a:solidFill>
              </a:rPr>
              <a:t>• Implementação e manipulação de listas sequenciais com controle de capacidade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3749040" cy="3474720"/>
          </a:xfrm>
          <a:prstGeom prst="roundRect">
            <a:avLst>
              <a:gd name="adj" fmla="val 2632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13716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🛠️ DIRETRIZES TÉCNICAS &amp; AMBIENTE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92040" y="1783080"/>
            <a:ext cx="3291840" cy="2651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• Código limpo, modular e devidamente documentado.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• Validação dos requisitos funcionais e testes de execução.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• Observância de boas práticas arquiteturais e convenções.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CBD5E1"/>
                </a:solidFill>
              </a:rPr>
              <a:t>• Resoluções salvas em formato executável (.sql, .c, .java, etc.).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48006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Página 4 de 5 • Acervo Acadêmico UniFEF • [Prof. Wesley Soares] Estrutura de Dados 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🎓 UNIFEF • SISTEMAS DE INFORMAÇÃO | 4º SEMESTRE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31520" y="566928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</a:rPr>
              <a:t>04. DICAS ESTRATÉGICAS PARA AVALIAÇÕES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024128"/>
            <a:ext cx="768096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88720"/>
            <a:ext cx="7680960" cy="1371600"/>
          </a:xfrm>
          <a:prstGeom prst="roundRect">
            <a:avLst>
              <a:gd name="adj" fmla="val 6667"/>
            </a:avLst>
          </a:prstGeom>
          <a:solidFill>
            <a:srgbClr val="181E2E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32588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</a:rPr>
              <a:t>⚡ PONTOS DE ATENÇÃO MÁXIMA &amp; PEGADINHAS FREQUENTES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1691640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EF3C7"/>
                </a:solidFill>
              </a:rPr>
              <a:t>👉 Atenção à diferença entre capacidade total (length) e tamanho atual dos elementos na lista sequencial.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3749040" cy="1920240"/>
          </a:xfrm>
          <a:prstGeom prst="roundRect">
            <a:avLst>
              <a:gd name="adj" fmla="val 4762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880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</a:rPr>
              <a:t>📋 ESTRATÉGIA DE ESTUDO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324612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• Lembre-se de que a complexidade no pior caso para inserções e remoções no meio de listas sequenciais é O(n) devido ao deslocamento.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2743200"/>
            <a:ext cx="3749040" cy="1920240"/>
          </a:xfrm>
          <a:prstGeom prst="roundRect">
            <a:avLst>
              <a:gd name="adj" fmla="val 4762"/>
            </a:avLst>
          </a:prstGeom>
          <a:solidFill>
            <a:srgbClr val="121B2A"/>
          </a:solidFill>
          <a:ln w="12700">
            <a:solidFill>
              <a:srgbClr val="2333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2880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BDF8"/>
                </a:solidFill>
              </a:rPr>
              <a:t>🗂️ RETENÇÃO RÁPIDA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92040" y="324612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2E8F0"/>
                </a:solidFill>
              </a:rPr>
              <a:t>• Compreenda bem a atuação do Garbage Collector em referências nulas na memória Heap para evitar exceções como NullPointerException.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8006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75569"/>
                </a:solidFill>
              </a:rPr>
              <a:t>Página 5 de 5 • Acervo Acadêmico UniFEF • [Prof. Wesley Soares] Estrutura de Dados I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UniFEF • Sistemas de Informação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[Prof. Wesley Soares] Estrutura de Dados I</dc:subject>
  <dc:creator>Murilo Rocha Silva</dc:creator>
  <cp:lastModifiedBy>Murilo Rocha Silva</cp:lastModifiedBy>
  <cp:revision>1</cp:revision>
  <dcterms:created xsi:type="dcterms:W3CDTF">2026-09-03T23:28:02Z</dcterms:created>
  <dcterms:modified xsi:type="dcterms:W3CDTF">2026-09-03T23:28:02Z</dcterms:modified>
</cp:coreProperties>
</file>