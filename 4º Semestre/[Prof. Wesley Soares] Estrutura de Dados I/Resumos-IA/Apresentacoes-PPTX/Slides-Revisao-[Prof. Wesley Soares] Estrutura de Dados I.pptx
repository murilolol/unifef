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[Prof. Wesley Soares] Estrutura de Dados 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4º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Revisão da disciplina de Estrutura de Dados I ministrada pelo Prof. Ms. Wesley Soares de Souza. O conteúdo abrange fundamentos de algoritmos, análise assintótica (Notação Big O), gerenciamento de memória (Stack vs Heap), alocação dinâmica e estruturas de dados lineares como listas sequenciais.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Tipos Abstratos de Dados (TAD) e Encapsulamento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Análise Assintótica e Notação Big O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Gerenciamento de Memória (Stack e Heap) e Garbage Collector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Listas Lineares Sequenciais e Alocação Estática/Dinâmica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Refinamento sucessivo de algoritmos e identificação de complexidade temporal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Manipulação de referências, ponteiros e criação de nós em Java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Implementação de listas sequenciais com controle de tamanho e capacidade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Análise de custos operacionais (melhor, pior e caso médio) em algoritmos de busca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Diferencie claramente o comportamento de Tipos Primitivos (armazenam valor) e Referências (apontam para o Heap).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Foque nas classes de complexidade Big O mais comuns (O(1), O(n), O(n²)) e saiba justificar o custo de loops aninhados.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Lembre-se da diferença entre o comprimento total de um array (length) e o tamanho real de elementos ocupados na lista.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Wesley Soares] Estrutura de Dados I</dc:subject>
  <dc:creator>Murilo Rocha Silva</dc:creator>
  <cp:lastModifiedBy>Murilo Rocha Silva</cp:lastModifiedBy>
  <cp:revision>1</cp:revision>
  <dcterms:created xsi:type="dcterms:W3CDTF">2026-09-03T00:07:45Z</dcterms:created>
  <dcterms:modified xsi:type="dcterms:W3CDTF">2026-09-03T00:07:45Z</dcterms:modified>
</cp:coreProperties>
</file>