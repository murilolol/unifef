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4023360"/>
          </a:xfrm>
          <a:prstGeom prst="roundRect">
            <a:avLst>
              <a:gd name="adj" fmla="val 2727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🎓 SISTEMAS DE INFORMAÇÃO • UNIFEF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[Prof. Jefferson Passerini] Laboratório de Programação IV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6949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63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📅 4º Semestre  |  📘 Guia Consolidado de Revisão &amp; Preparação para Provas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Resumo executivo estruturado, conceitos arquiteturais, exercícios em código e simulados.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1 de 5 • Acervo Acadêmico UniFEF • [Prof. Jefferson Passerini] Laboratório de Programação IV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01. VISÃO GERAL &amp; OBJETIVOS DA DISCIPLINA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🎯 ESCOPO &amp; COMPETÊNCIAS CENTRAIS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A disciplina de Laboratório de Programação IV, ministrada pelo Prof. Jefferson Passerini, foca no desenvolvimento prático e suporte a sistemas. O semestre utiliza o GitHub como ferramenta central para versionamento de código, colaboração e compartilhamento de materiais oficiais.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PILARES DO CURSO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Fundamentação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Conceitos sólidos e padrões da computação.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Prática de Código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Implementações reais testadas em laboratório.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Foco Profissional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Requisitos alinhados ao mercado de TI.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2 de 5 • Acervo Acadêmico UniFEF • [Prof. Jefferson Passerini] Laboratório de Programação IV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</a:rPr>
              <a:t>02. CONCEITOS &amp; MODELOS FUNDAMENTAIS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TÓPICO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Controle de Versão com Git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TÓPICO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3008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Repositórios Remotos no GitHub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0176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TÓPICO 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7336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Gestão de Projetos de Software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3 de 5 • Acervo Acadêmico UniFEF • [Prof. Jefferson Passerini] Laboratório de Programação IV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03. LABORATÓRIOS, EXERCÍCIOS &amp; CÓDIGO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💻 ATIVIDADES &amp; ENTREGÁVEIS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• Acesso e clonagem do repositório oficial suporteos2026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• Versionamento de código em laboratório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E2E8F0"/>
                </a:solidFill>
              </a:rPr>
              <a:t>• Organização e suporte a sistemas operacionais e aplicações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🛠️ DIRETRIZES TÉCNICAS &amp; AMBIENTE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Código limpo, modular e devidamente documentado.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Validação dos requisitos funcionais e testes de execução.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Observância de boas práticas arquiteturais e convenções.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Resoluções salvas em formato executável (.sql, .c, .java, etc.).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4 de 5 • Acervo Acadêmico UniFEF • [Prof. Jefferson Passerini] Laboratório de Programação IV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04. DICAS ESTRATÉGICAS PARA AVALIAÇÕES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181E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PONTOS DE ATENÇÃO MÁXIMA &amp; PEGADINHAS FREQUENTES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EF3C7"/>
                </a:solidFill>
              </a:rPr>
              <a:t>👉 Mantenha o repositório oficial suporteos2026 sempre atualizado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📋 ESTRATÉGIA DE ESTUDO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Pratique os comandos essenciais de Git demonstrados em aula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🗂️ RETENÇÃO RÁPIDA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Acompanhe os materiais postados pelo Prof. Jefferson Passerini no GitHub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5 de 5 • Acervo Acadêmico UniFEF • [Prof. Jefferson Passerini] Laboratório de Programação IV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UniFEF • Sistemas de Informação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Jefferson Passerini] Laboratório de Programação IV</dc:subject>
  <dc:creator>Murilo Rocha Silva</dc:creator>
  <cp:lastModifiedBy>Murilo Rocha Silva</cp:lastModifiedBy>
  <cp:revision>1</cp:revision>
  <dcterms:created xsi:type="dcterms:W3CDTF">2026-09-03T23:25:19Z</dcterms:created>
  <dcterms:modified xsi:type="dcterms:W3CDTF">2026-09-03T23:25:19Z</dcterms:modified>
</cp:coreProperties>
</file>