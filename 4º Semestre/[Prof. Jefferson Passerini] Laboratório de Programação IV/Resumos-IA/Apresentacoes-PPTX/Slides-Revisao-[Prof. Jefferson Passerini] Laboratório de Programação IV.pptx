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</p:sldIdLst>
  <p:notesMasterIdLst>
    <p:notesMasterId r:id="rId7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notesMaster" Target="notesMasters/notesMaster1.xml"/><Relationship Id="rId8" Type="http://schemas.openxmlformats.org/officeDocument/2006/relationships/presProps" Target="presProps.xml"/><Relationship Id="rId9" Type="http://schemas.openxmlformats.org/officeDocument/2006/relationships/viewProps" Target="viewProps.xml"/><Relationship Id="rId10" Type="http://schemas.openxmlformats.org/officeDocument/2006/relationships/theme" Target="theme/theme1.xml"/><Relationship Id="rId11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0F1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1371600"/>
            <a:ext cx="10515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38BDF8"/>
                </a:solidFill>
              </a:rPr>
              <a:t>🎓 SISTEMAS DE INFORMAÇÃO • UNIFEF</a:t>
            </a:r>
            <a:endParaRPr lang="en-US" sz="1400" dirty="0"/>
          </a:p>
        </p:txBody>
      </p:sp>
      <p:sp>
        <p:nvSpPr>
          <p:cNvPr id="3" name="Text 1"/>
          <p:cNvSpPr/>
          <p:nvPr/>
        </p:nvSpPr>
        <p:spPr>
          <a:xfrm>
            <a:off x="731520" y="2011680"/>
            <a:ext cx="10515600" cy="1645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</a:rPr>
              <a:t>[Prof. Jefferson Passerini] Laboratório de Programação IV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731520" y="3840480"/>
            <a:ext cx="105156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94A3B8"/>
                </a:solidFill>
              </a:rPr>
              <a:t>4º Semestre | Guia de Revisão e Síntese de Conteúdo</a:t>
            </a:r>
            <a:endParaRPr lang="en-US" sz="1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F17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548640"/>
            <a:ext cx="105156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38BDF8"/>
                </a:solidFill>
              </a:rPr>
              <a:t>1. VISÃO GERAL DA DISCIPLINA</a:t>
            </a:r>
            <a:endParaRPr lang="en-US" sz="2200" dirty="0"/>
          </a:p>
        </p:txBody>
      </p:sp>
      <p:sp>
        <p:nvSpPr>
          <p:cNvPr id="3" name="Text 1"/>
          <p:cNvSpPr/>
          <p:nvPr/>
        </p:nvSpPr>
        <p:spPr>
          <a:xfrm>
            <a:off x="731520" y="1371600"/>
            <a:ext cx="10515600" cy="4389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2800"/>
              </a:lnSpc>
              <a:buNone/>
            </a:pPr>
            <a:r>
              <a:rPr lang="en-US" sz="1600" dirty="0">
                <a:solidFill>
                  <a:srgbClr val="F8FAFC"/>
                </a:solidFill>
              </a:rPr>
              <a:t>A disciplina de Laboratório de Programação IV, ministrada pelo Prof. Jefferson Passerini no 4º semestre, foca no desenvolvimento prático e suporte a sistemas operacionais e aplicações. O escopo abrange o uso de ferramentas modernas de versionamento de código e colaboração, essenciais para o fluxo de trabalho de um desenvolvedor profissional. O conteúdo serve como base tecnológica para projetos integrados e manutenção de software.</a:t>
            </a:r>
            <a:endParaRPr lang="en-US" sz="16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F17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548640"/>
            <a:ext cx="105156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38BDF8"/>
                </a:solidFill>
              </a:rPr>
              <a:t>2. CONCEITOS E MODELOS FUNDAMENTAIS</a:t>
            </a:r>
            <a:endParaRPr lang="en-US" sz="2200" dirty="0"/>
          </a:p>
        </p:txBody>
      </p:sp>
      <p:sp>
        <p:nvSpPr>
          <p:cNvPr id="3" name="Text 1"/>
          <p:cNvSpPr/>
          <p:nvPr/>
        </p:nvSpPr>
        <p:spPr>
          <a:xfrm>
            <a:off x="731520" y="1371600"/>
            <a:ext cx="10515600" cy="4389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2400"/>
              </a:lnSpc>
              <a:buNone/>
            </a:pPr>
            <a:r>
              <a:rPr lang="en-US" sz="1500" dirty="0">
                <a:solidFill>
                  <a:srgbClr val="E2E8F0"/>
                </a:solidFill>
              </a:rPr>
              <a:t>• Controle de versão com Git para rastrear alterações no código-fonte ao longo do tempo.</a:t>
            </a:r>
            <a:endParaRPr lang="en-US" sz="1500" dirty="0"/>
          </a:p>
          <a:p>
            <a:pPr indent="0" marL="0">
              <a:lnSpc>
                <a:spcPts val="2400"/>
              </a:lnSpc>
              <a:buNone/>
            </a:pPr>
            <a:endParaRPr lang="en-US" sz="1500" dirty="0"/>
          </a:p>
          <a:p>
            <a:pPr indent="0" marL="0">
              <a:lnSpc>
                <a:spcPts val="2400"/>
              </a:lnSpc>
              <a:buNone/>
            </a:pPr>
            <a:r>
              <a:rPr lang="en-US" sz="1500" dirty="0">
                <a:solidFill>
                  <a:srgbClr val="E2E8F0"/>
                </a:solidFill>
              </a:rPr>
              <a:t>• Hospedagem de código e colaboração em equipe utilizando a plataforma GitHub.</a:t>
            </a:r>
            <a:endParaRPr lang="en-US" sz="1500" dirty="0"/>
          </a:p>
          <a:p>
            <a:pPr indent="0" marL="0">
              <a:lnSpc>
                <a:spcPts val="2400"/>
              </a:lnSpc>
              <a:buNone/>
            </a:pPr>
            <a:endParaRPr lang="en-US" sz="1500" dirty="0"/>
          </a:p>
          <a:p>
            <a:pPr indent="0" marL="0">
              <a:lnSpc>
                <a:spcPts val="2400"/>
              </a:lnSpc>
              <a:buNone/>
            </a:pPr>
            <a:r>
              <a:rPr lang="en-US" sz="1500" dirty="0">
                <a:solidFill>
                  <a:srgbClr val="E2E8F0"/>
                </a:solidFill>
              </a:rPr>
              <a:t>• Gerenciamento de repositórios oficiais da disciplina para acesso a materiais de suporte e atualizações.</a:t>
            </a:r>
            <a:endParaRPr lang="en-US" sz="15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F17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548640"/>
            <a:ext cx="105156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A855F7"/>
                </a:solidFill>
              </a:rPr>
              <a:t>3. EXERCÍCIOS, PRÁTICA &amp; CÓDIGO</a:t>
            </a:r>
            <a:endParaRPr lang="en-US" sz="2200" dirty="0"/>
          </a:p>
        </p:txBody>
      </p:sp>
      <p:sp>
        <p:nvSpPr>
          <p:cNvPr id="3" name="Text 1"/>
          <p:cNvSpPr/>
          <p:nvPr/>
        </p:nvSpPr>
        <p:spPr>
          <a:xfrm>
            <a:off x="731520" y="1371600"/>
            <a:ext cx="10515600" cy="4389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2400"/>
              </a:lnSpc>
              <a:buNone/>
            </a:pPr>
            <a:r>
              <a:rPr lang="en-US" sz="1500" dirty="0">
                <a:solidFill>
                  <a:srgbClr val="E2E8F0"/>
                </a:solidFill>
              </a:rPr>
              <a:t>• Clonagem e acesso ao repositório oficial da disciplina (suporteos2026).</a:t>
            </a:r>
            <a:endParaRPr lang="en-US" sz="1500" dirty="0"/>
          </a:p>
          <a:p>
            <a:pPr indent="0" marL="0">
              <a:lnSpc>
                <a:spcPts val="2400"/>
              </a:lnSpc>
              <a:buNone/>
            </a:pPr>
            <a:endParaRPr lang="en-US" sz="1500" dirty="0"/>
          </a:p>
          <a:p>
            <a:pPr indent="0" marL="0">
              <a:lnSpc>
                <a:spcPts val="2400"/>
              </a:lnSpc>
              <a:buNone/>
            </a:pPr>
            <a:r>
              <a:rPr lang="en-US" sz="1500" dirty="0">
                <a:solidFill>
                  <a:srgbClr val="E2E8F0"/>
                </a:solidFill>
              </a:rPr>
              <a:t>• Utilização de links diretos do GitHub para obtenção de recursos e atualizações da matéria.</a:t>
            </a:r>
            <a:endParaRPr lang="en-US" sz="1500" dirty="0"/>
          </a:p>
          <a:p>
            <a:pPr indent="0" marL="0">
              <a:lnSpc>
                <a:spcPts val="2400"/>
              </a:lnSpc>
              <a:buNone/>
            </a:pPr>
            <a:endParaRPr lang="en-US" sz="1500" dirty="0"/>
          </a:p>
          <a:p>
            <a:pPr indent="0" marL="0">
              <a:lnSpc>
                <a:spcPts val="2400"/>
              </a:lnSpc>
              <a:buNone/>
            </a:pPr>
            <a:r>
              <a:rPr lang="en-US" sz="1500" dirty="0">
                <a:solidFill>
                  <a:srgbClr val="E2E8F0"/>
                </a:solidFill>
              </a:rPr>
              <a:t>• Organização e estruturação de projetos práticos seguindo os padrões do repositório.</a:t>
            </a:r>
            <a:endParaRPr lang="en-US" sz="15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F17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548640"/>
            <a:ext cx="105156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59E0B"/>
                </a:solidFill>
              </a:rPr>
              <a:t>4. DICAS DE PROVA E REVISÃO RÁPIDA</a:t>
            </a:r>
            <a:endParaRPr lang="en-US" sz="2200" dirty="0"/>
          </a:p>
        </p:txBody>
      </p:sp>
      <p:sp>
        <p:nvSpPr>
          <p:cNvPr id="3" name="Text 1"/>
          <p:cNvSpPr/>
          <p:nvPr/>
        </p:nvSpPr>
        <p:spPr>
          <a:xfrm>
            <a:off x="731520" y="1371600"/>
            <a:ext cx="10515600" cy="4389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2400"/>
              </a:lnSpc>
              <a:buNone/>
            </a:pPr>
            <a:r>
              <a:rPr lang="en-US" sz="1500" dirty="0">
                <a:solidFill>
                  <a:srgbClr val="E2E8F0"/>
                </a:solidFill>
              </a:rPr>
              <a:t>• Familiarize-se com os links e repositórios oficiais disponibilizados pelo professor.</a:t>
            </a:r>
            <a:endParaRPr lang="en-US" sz="1500" dirty="0"/>
          </a:p>
          <a:p>
            <a:pPr indent="0" marL="0">
              <a:lnSpc>
                <a:spcPts val="2400"/>
              </a:lnSpc>
              <a:buNone/>
            </a:pPr>
            <a:endParaRPr lang="en-US" sz="1500" dirty="0"/>
          </a:p>
          <a:p>
            <a:pPr indent="0" marL="0">
              <a:lnSpc>
                <a:spcPts val="2400"/>
              </a:lnSpc>
              <a:buNone/>
            </a:pPr>
            <a:r>
              <a:rPr lang="en-US" sz="1500" dirty="0">
                <a:solidFill>
                  <a:srgbClr val="E2E8F0"/>
                </a:solidFill>
              </a:rPr>
              <a:t>• Acompanhe regularmente o repositório suporteos2026 para eventuais atualizações de conteúdo e código.</a:t>
            </a:r>
            <a:endParaRPr lang="en-US" sz="1500" dirty="0"/>
          </a:p>
          <a:p>
            <a:pPr indent="0" marL="0">
              <a:lnSpc>
                <a:spcPts val="2400"/>
              </a:lnSpc>
              <a:buNone/>
            </a:pPr>
            <a:endParaRPr lang="en-US" sz="1500" dirty="0"/>
          </a:p>
          <a:p>
            <a:pPr indent="0" marL="0">
              <a:lnSpc>
                <a:spcPts val="2400"/>
              </a:lnSpc>
              <a:buNone/>
            </a:pPr>
            <a:r>
              <a:rPr lang="en-US" sz="1500" dirty="0">
                <a:solidFill>
                  <a:srgbClr val="E2E8F0"/>
                </a:solidFill>
              </a:rPr>
              <a:t>• Compreenda a importância do versionamento de código e onde encontrar os materiais de apoio da disciplina.</a:t>
            </a:r>
            <a:endParaRPr lang="en-US" sz="15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5</Slides>
  <Notes>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5</vt:i4>
      </vt:variant>
    </vt:vector>
  </HeadingPairs>
  <TitlesOfParts>
    <vt:vector size="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</vt:vector>
  </TitlesOfParts>
  <Company>Sistemas de Informação - UniFEF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[Prof. Jefferson Passerini] Laboratório de Programação IV</dc:subject>
  <dc:creator>Murilo Rocha Silva</dc:creator>
  <cp:lastModifiedBy>Murilo Rocha Silva</cp:lastModifiedBy>
  <cp:revision>1</cp:revision>
  <dcterms:created xsi:type="dcterms:W3CDTF">2026-09-03T00:05:25Z</dcterms:created>
  <dcterms:modified xsi:type="dcterms:W3CDTF">2026-09-03T00:05:25Z</dcterms:modified>
</cp:coreProperties>
</file>